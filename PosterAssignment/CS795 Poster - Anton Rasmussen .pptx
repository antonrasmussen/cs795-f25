
<file path=[Content_Types].xml><?xml version="1.0" encoding="utf-8"?>
<Types xmlns="http://schemas.openxmlformats.org/package/2006/content-types">
  <Default ContentType="image/jpeg" Extension="jpg"/>
  <Default ContentType="application/vnd.openxmlformats-officedocument.vmlDrawing" Extension="vml"/>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oleObject" PartName="/ppt/embeddings/oleObject9.bin"/>
  <Override ContentType="application/vnd.openxmlformats-officedocument.oleObject" PartName="/ppt/embeddings/oleObject12.bin"/>
  <Override ContentType="application/vnd.openxmlformats-officedocument.oleObject" PartName="/ppt/embeddings/oleObject3.bin"/>
  <Override ContentType="application/vnd.openxmlformats-officedocument.oleObject" PartName="/ppt/embeddings/oleObject6.bin"/>
  <Override ContentType="application/vnd.openxmlformats-officedocument.oleObject" PartName="/ppt/embeddings/oleObject5.bin"/>
  <Override ContentType="application/vnd.openxmlformats-officedocument.oleObject" PartName="/ppt/embeddings/oleObject4.bin"/>
  <Override ContentType="application/vnd.openxmlformats-officedocument.oleObject" PartName="/ppt/embeddings/oleObject7.bin"/>
  <Override ContentType="application/vnd.openxmlformats-officedocument.oleObject" PartName="/ppt/embeddings/oleObject2.bin"/>
  <Override ContentType="application/vnd.openxmlformats-officedocument.oleObject" PartName="/ppt/embeddings/oleObject10.bin"/>
  <Override ContentType="application/vnd.openxmlformats-officedocument.oleObject" PartName="/ppt/embeddings/oleObject1.bin"/>
  <Override ContentType="application/vnd.openxmlformats-officedocument.oleObject" PartName="/ppt/embeddings/oleObject11.bin"/>
  <Override ContentType="application/vnd.openxmlformats-officedocument.oleObject" PartName="/ppt/embeddings/oleObject8.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50" r:id="rId5"/>
    <p:sldMasterId id="2147483653" r:id="rId6"/>
  </p:sldMasterIdLst>
  <p:notesMasterIdLst>
    <p:notesMasterId r:id="rId7"/>
  </p:notesMasterIdLst>
  <p:sldIdLst>
    <p:sldId id="256" r:id="rId8"/>
  </p:sldIdLst>
  <p:sldSz cy="32918400" cx="438912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18">
          <p15:clr>
            <a:srgbClr val="A4A3A4"/>
          </p15:clr>
        </p15:guide>
        <p15:guide id="2" orient="horz" pos="288">
          <p15:clr>
            <a:srgbClr val="A4A3A4"/>
          </p15:clr>
        </p15:guide>
        <p15:guide id="3" orient="horz" pos="20160">
          <p15:clr>
            <a:srgbClr val="A4A3A4"/>
          </p15:clr>
        </p15:guide>
        <p15:guide id="4" orient="horz">
          <p15:clr>
            <a:srgbClr val="A4A3A4"/>
          </p15:clr>
        </p15:guide>
        <p15:guide id="5" pos="581">
          <p15:clr>
            <a:srgbClr val="A4A3A4"/>
          </p15:clr>
        </p15:guide>
        <p15:guide id="6" pos="27069">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9" roundtripDataSignature="AMtx7mgQTaI6oGUIbJIonovWibMM/pKNT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18" orient="horz"/>
        <p:guide pos="288" orient="horz"/>
        <p:guide pos="20160" orient="horz"/>
        <p:guide orient="horz"/>
        <p:guide pos="581"/>
        <p:guide pos="27069"/>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customschemas.google.com/relationships/presentationmetadata" Target="meta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1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14.png"/><Relationship Id="rId3" Type="http://schemas.openxmlformats.org/officeDocument/2006/relationships/image" Target="../media/image1.png"/><Relationship Id="rId4" Type="http://schemas.openxmlformats.org/officeDocument/2006/relationships/image" Target="../media/image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14.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58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13" name="Google Shape;213;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center column">
  <p:cSld name="Wide center column">
    <p:spTree>
      <p:nvGrpSpPr>
        <p:cNvPr id="43" name="Shape 43"/>
        <p:cNvGrpSpPr/>
        <p:nvPr/>
      </p:nvGrpSpPr>
      <p:grpSpPr>
        <a:xfrm>
          <a:off x="0" y="0"/>
          <a:ext cx="0" cy="0"/>
          <a:chOff x="0" y="0"/>
          <a:chExt cx="0" cy="0"/>
        </a:xfrm>
      </p:grpSpPr>
      <p:sp>
        <p:nvSpPr>
          <p:cNvPr id="44" name="Google Shape;44;p3"/>
          <p:cNvSpPr txBox="1"/>
          <p:nvPr>
            <p:ph idx="1" type="body"/>
          </p:nvPr>
        </p:nvSpPr>
        <p:spPr>
          <a:xfrm>
            <a:off x="904188" y="6212225"/>
            <a:ext cx="10056813"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45" name="Google Shape;45;p3"/>
          <p:cNvSpPr txBox="1"/>
          <p:nvPr>
            <p:ph idx="2" type="body"/>
          </p:nvPr>
        </p:nvSpPr>
        <p:spPr>
          <a:xfrm>
            <a:off x="922341" y="5348867"/>
            <a:ext cx="10048875"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1F3864"/>
              </a:buClr>
              <a:buSzPts val="3700"/>
              <a:buFont typeface="Arial"/>
              <a:buNone/>
              <a:defRPr b="1" i="0" sz="3700" u="sng" cap="none" strike="noStrike">
                <a:solidFill>
                  <a:srgbClr val="1F3864"/>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46" name="Google Shape;46;p3"/>
          <p:cNvSpPr txBox="1"/>
          <p:nvPr>
            <p:ph idx="3" type="body"/>
          </p:nvPr>
        </p:nvSpPr>
        <p:spPr>
          <a:xfrm>
            <a:off x="902598" y="15043762"/>
            <a:ext cx="10058400"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47" name="Google Shape;47;p3"/>
          <p:cNvSpPr txBox="1"/>
          <p:nvPr>
            <p:ph idx="4" type="body"/>
          </p:nvPr>
        </p:nvSpPr>
        <p:spPr>
          <a:xfrm>
            <a:off x="922339" y="14212513"/>
            <a:ext cx="10050462"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1F3864"/>
              </a:buClr>
              <a:buSzPts val="3700"/>
              <a:buFont typeface="Arial"/>
              <a:buNone/>
              <a:defRPr b="1" i="0" sz="3700" u="sng" cap="none" strike="noStrike">
                <a:solidFill>
                  <a:srgbClr val="1F3864"/>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48" name="Google Shape;48;p3"/>
          <p:cNvSpPr txBox="1"/>
          <p:nvPr>
            <p:ph idx="5" type="body"/>
          </p:nvPr>
        </p:nvSpPr>
        <p:spPr>
          <a:xfrm>
            <a:off x="11587163" y="6204287"/>
            <a:ext cx="20720048"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49" name="Google Shape;49;p3"/>
          <p:cNvSpPr txBox="1"/>
          <p:nvPr>
            <p:ph idx="6" type="body"/>
          </p:nvPr>
        </p:nvSpPr>
        <p:spPr>
          <a:xfrm>
            <a:off x="11587164" y="5348867"/>
            <a:ext cx="20720050"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1F3864"/>
              </a:buClr>
              <a:buSzPts val="3700"/>
              <a:buFont typeface="Arial"/>
              <a:buNone/>
              <a:defRPr b="1" i="0" sz="3700" u="sng" cap="none" strike="noStrike">
                <a:solidFill>
                  <a:srgbClr val="1F3864"/>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50" name="Google Shape;50;p3"/>
          <p:cNvSpPr txBox="1"/>
          <p:nvPr>
            <p:ph idx="7" type="body"/>
          </p:nvPr>
        </p:nvSpPr>
        <p:spPr>
          <a:xfrm>
            <a:off x="11587164" y="21896538"/>
            <a:ext cx="20720050"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51" name="Google Shape;51;p3"/>
          <p:cNvSpPr txBox="1"/>
          <p:nvPr>
            <p:ph idx="8" type="body"/>
          </p:nvPr>
        </p:nvSpPr>
        <p:spPr>
          <a:xfrm>
            <a:off x="11587162" y="21074746"/>
            <a:ext cx="20720050"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1F3864"/>
              </a:buClr>
              <a:buSzPts val="3700"/>
              <a:buFont typeface="Arial"/>
              <a:buNone/>
              <a:defRPr b="1" i="0" sz="3700" u="sng" cap="none" strike="noStrike">
                <a:solidFill>
                  <a:srgbClr val="1F3864"/>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52" name="Google Shape;52;p3"/>
          <p:cNvSpPr txBox="1"/>
          <p:nvPr>
            <p:ph idx="9" type="body"/>
          </p:nvPr>
        </p:nvSpPr>
        <p:spPr>
          <a:xfrm>
            <a:off x="32905536" y="5348867"/>
            <a:ext cx="10047018"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1F3864"/>
              </a:buClr>
              <a:buSzPts val="3700"/>
              <a:buFont typeface="Arial"/>
              <a:buNone/>
              <a:defRPr b="1" i="0" sz="3700" u="sng" cap="none" strike="noStrike">
                <a:solidFill>
                  <a:srgbClr val="1F3864"/>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53" name="Google Shape;53;p3"/>
          <p:cNvSpPr txBox="1"/>
          <p:nvPr>
            <p:ph idx="13" type="body"/>
          </p:nvPr>
        </p:nvSpPr>
        <p:spPr>
          <a:xfrm>
            <a:off x="32905536" y="6212225"/>
            <a:ext cx="10047018"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54" name="Google Shape;54;p3"/>
          <p:cNvSpPr txBox="1"/>
          <p:nvPr>
            <p:ph idx="14" type="body"/>
          </p:nvPr>
        </p:nvSpPr>
        <p:spPr>
          <a:xfrm>
            <a:off x="32905536" y="14272738"/>
            <a:ext cx="10047018"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1F3864"/>
              </a:buClr>
              <a:buSzPts val="3700"/>
              <a:buFont typeface="Arial"/>
              <a:buNone/>
              <a:defRPr b="1" i="0" sz="3700" u="sng" cap="none" strike="noStrike">
                <a:solidFill>
                  <a:srgbClr val="1F3864"/>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55" name="Google Shape;55;p3"/>
          <p:cNvSpPr txBox="1"/>
          <p:nvPr>
            <p:ph idx="15" type="body"/>
          </p:nvPr>
        </p:nvSpPr>
        <p:spPr>
          <a:xfrm>
            <a:off x="32905536" y="15011402"/>
            <a:ext cx="10052050"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56" name="Google Shape;56;p3"/>
          <p:cNvSpPr txBox="1"/>
          <p:nvPr>
            <p:ph idx="16" type="body"/>
          </p:nvPr>
        </p:nvSpPr>
        <p:spPr>
          <a:xfrm>
            <a:off x="32905536" y="25669876"/>
            <a:ext cx="10047018"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1F3864"/>
              </a:buClr>
              <a:buSzPts val="3700"/>
              <a:buFont typeface="Arial"/>
              <a:buNone/>
              <a:defRPr b="1" i="0" sz="3700" u="sng" cap="none" strike="noStrike">
                <a:solidFill>
                  <a:srgbClr val="1F3864"/>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57" name="Google Shape;57;p3"/>
          <p:cNvSpPr txBox="1"/>
          <p:nvPr>
            <p:ph idx="17" type="body"/>
          </p:nvPr>
        </p:nvSpPr>
        <p:spPr>
          <a:xfrm>
            <a:off x="32905536" y="26436774"/>
            <a:ext cx="10052050"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58" name="Google Shape;58;p3"/>
          <p:cNvSpPr txBox="1"/>
          <p:nvPr>
            <p:ph idx="18" type="body"/>
          </p:nvPr>
        </p:nvSpPr>
        <p:spPr>
          <a:xfrm>
            <a:off x="5932593" y="3383947"/>
            <a:ext cx="31998968" cy="1280160"/>
          </a:xfrm>
          <a:prstGeom prst="rect">
            <a:avLst/>
          </a:prstGeom>
          <a:noFill/>
          <a:ln>
            <a:noFill/>
          </a:ln>
        </p:spPr>
        <p:txBody>
          <a:bodyPr anchorCtr="0" anchor="t" bIns="45700" lIns="91425" spcFirstLastPara="1" rIns="91425" wrap="square" tIns="45700">
            <a:normAutofit/>
          </a:bodyPr>
          <a:lstStyle>
            <a:lvl1pPr indent="-228600" lvl="0" marL="457200" marR="0" rtl="0" algn="ctr">
              <a:spcBef>
                <a:spcPts val="1200"/>
              </a:spcBef>
              <a:spcAft>
                <a:spcPts val="0"/>
              </a:spcAft>
              <a:buClr>
                <a:srgbClr val="1F3864"/>
              </a:buClr>
              <a:buSzPts val="6000"/>
              <a:buFont typeface="Arial"/>
              <a:buNone/>
              <a:defRPr b="0" i="0" sz="6000" u="none" cap="none" strike="noStrike">
                <a:solidFill>
                  <a:srgbClr val="1F3864"/>
                </a:solidFill>
                <a:latin typeface="Calibri"/>
                <a:ea typeface="Calibri"/>
                <a:cs typeface="Calibri"/>
                <a:sym typeface="Calibri"/>
              </a:defRPr>
            </a:lvl1pPr>
            <a:lvl2pPr indent="-228600" lvl="1" marL="9144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2pPr>
            <a:lvl3pPr indent="-228600" lvl="2" marL="13716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3pPr>
            <a:lvl4pPr indent="-228600" lvl="3" marL="18288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4pPr>
            <a:lvl5pPr indent="-228600" lvl="4" marL="22860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59" name="Google Shape;59;p3"/>
          <p:cNvSpPr txBox="1"/>
          <p:nvPr>
            <p:ph idx="19" type="body"/>
          </p:nvPr>
        </p:nvSpPr>
        <p:spPr>
          <a:xfrm>
            <a:off x="5932593" y="2103787"/>
            <a:ext cx="31998968" cy="1280160"/>
          </a:xfrm>
          <a:prstGeom prst="rect">
            <a:avLst/>
          </a:prstGeom>
          <a:noFill/>
          <a:ln>
            <a:noFill/>
          </a:ln>
        </p:spPr>
        <p:txBody>
          <a:bodyPr anchorCtr="1" anchor="t" bIns="45700" lIns="91425" spcFirstLastPara="1" rIns="91425" wrap="square" tIns="45700">
            <a:normAutofit/>
          </a:bodyPr>
          <a:lstStyle>
            <a:lvl1pPr indent="-228600" lvl="0" marL="457200" marR="0" rtl="0" algn="ctr">
              <a:spcBef>
                <a:spcPts val="1760"/>
              </a:spcBef>
              <a:spcAft>
                <a:spcPts val="0"/>
              </a:spcAft>
              <a:buClr>
                <a:srgbClr val="1F3864"/>
              </a:buClr>
              <a:buSzPts val="8800"/>
              <a:buFont typeface="Arial"/>
              <a:buNone/>
              <a:defRPr b="0" i="0" sz="8800" u="none" cap="none" strike="noStrike">
                <a:solidFill>
                  <a:srgbClr val="1F3864"/>
                </a:solidFill>
                <a:latin typeface="Calibri"/>
                <a:ea typeface="Calibri"/>
                <a:cs typeface="Calibri"/>
                <a:sym typeface="Calibri"/>
              </a:defRPr>
            </a:lvl1pPr>
            <a:lvl2pPr indent="-228600" lvl="1" marL="9144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2pPr>
            <a:lvl3pPr indent="-228600" lvl="2" marL="13716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3pPr>
            <a:lvl4pPr indent="-228600" lvl="3" marL="18288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4pPr>
            <a:lvl5pPr indent="-228600" lvl="4" marL="22860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60" name="Google Shape;60;p3"/>
          <p:cNvSpPr txBox="1"/>
          <p:nvPr>
            <p:ph idx="20" type="body"/>
          </p:nvPr>
        </p:nvSpPr>
        <p:spPr>
          <a:xfrm>
            <a:off x="5932593" y="465813"/>
            <a:ext cx="31998968" cy="1637973"/>
          </a:xfrm>
          <a:prstGeom prst="rect">
            <a:avLst/>
          </a:prstGeom>
          <a:noFill/>
          <a:ln>
            <a:noFill/>
          </a:ln>
        </p:spPr>
        <p:txBody>
          <a:bodyPr anchorCtr="1" anchor="t" bIns="45700" lIns="91425" spcFirstLastPara="1" rIns="91425" wrap="square" tIns="45700">
            <a:normAutofit/>
          </a:bodyPr>
          <a:lstStyle>
            <a:lvl1pPr indent="-228600" lvl="0" marL="457200" marR="0" rtl="0" algn="ctr">
              <a:spcBef>
                <a:spcPts val="2300"/>
              </a:spcBef>
              <a:spcAft>
                <a:spcPts val="0"/>
              </a:spcAft>
              <a:buClr>
                <a:srgbClr val="1F3864"/>
              </a:buClr>
              <a:buSzPts val="11500"/>
              <a:buFont typeface="Arial"/>
              <a:buNone/>
              <a:defRPr b="1" i="0" sz="11500" u="none" cap="none" strike="noStrike">
                <a:solidFill>
                  <a:srgbClr val="1F3864"/>
                </a:solidFill>
                <a:latin typeface="Calibri"/>
                <a:ea typeface="Calibri"/>
                <a:cs typeface="Calibri"/>
                <a:sym typeface="Calibri"/>
              </a:defRPr>
            </a:lvl1pPr>
            <a:lvl2pPr indent="-228600" lvl="1" marL="9144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2pPr>
            <a:lvl3pPr indent="-228600" lvl="2" marL="13716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3pPr>
            <a:lvl4pPr indent="-228600" lvl="3" marL="18288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4pPr>
            <a:lvl5pPr indent="-228600" lvl="4" marL="22860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ndard 4 columns">
  <p:cSld name="Standard 4 columns">
    <p:spTree>
      <p:nvGrpSpPr>
        <p:cNvPr id="100" name="Shape 100"/>
        <p:cNvGrpSpPr/>
        <p:nvPr/>
      </p:nvGrpSpPr>
      <p:grpSpPr>
        <a:xfrm>
          <a:off x="0" y="0"/>
          <a:ext cx="0" cy="0"/>
          <a:chOff x="0" y="0"/>
          <a:chExt cx="0" cy="0"/>
        </a:xfrm>
      </p:grpSpPr>
      <p:sp>
        <p:nvSpPr>
          <p:cNvPr id="101" name="Google Shape;101;p5"/>
          <p:cNvSpPr txBox="1"/>
          <p:nvPr>
            <p:ph idx="1" type="body"/>
          </p:nvPr>
        </p:nvSpPr>
        <p:spPr>
          <a:xfrm>
            <a:off x="904188" y="6378481"/>
            <a:ext cx="10056813"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2B5258"/>
              </a:buClr>
              <a:buSzPts val="2500"/>
              <a:buFont typeface="Arial"/>
              <a:buNone/>
              <a:defRPr b="0" i="0" sz="2500" u="none" cap="none" strike="noStrike">
                <a:solidFill>
                  <a:srgbClr val="2B5258"/>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02" name="Google Shape;102;p5"/>
          <p:cNvSpPr txBox="1"/>
          <p:nvPr>
            <p:ph idx="2" type="body"/>
          </p:nvPr>
        </p:nvSpPr>
        <p:spPr>
          <a:xfrm>
            <a:off x="922341" y="5548749"/>
            <a:ext cx="10048875"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2B5258"/>
              </a:buClr>
              <a:buSzPts val="3700"/>
              <a:buFont typeface="Arial"/>
              <a:buNone/>
              <a:defRPr b="1" i="0" sz="3700" u="sng" cap="none" strike="noStrike">
                <a:solidFill>
                  <a:srgbClr val="2B5258"/>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03" name="Google Shape;103;p5"/>
          <p:cNvSpPr txBox="1"/>
          <p:nvPr>
            <p:ph idx="3" type="body"/>
          </p:nvPr>
        </p:nvSpPr>
        <p:spPr>
          <a:xfrm>
            <a:off x="922339" y="14212513"/>
            <a:ext cx="10050462"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2B5258"/>
              </a:buClr>
              <a:buSzPts val="3700"/>
              <a:buFont typeface="Arial"/>
              <a:buNone/>
              <a:defRPr b="1" i="0" sz="3700" u="sng" cap="none" strike="noStrike">
                <a:solidFill>
                  <a:srgbClr val="2B5258"/>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04" name="Google Shape;104;p5"/>
          <p:cNvSpPr txBox="1"/>
          <p:nvPr>
            <p:ph idx="4" type="body"/>
          </p:nvPr>
        </p:nvSpPr>
        <p:spPr>
          <a:xfrm>
            <a:off x="11587165" y="6378481"/>
            <a:ext cx="10048874"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2B5258"/>
              </a:buClr>
              <a:buSzPts val="2500"/>
              <a:buFont typeface="Arial"/>
              <a:buNone/>
              <a:defRPr b="0" i="0" sz="2500" u="none" cap="none" strike="noStrike">
                <a:solidFill>
                  <a:srgbClr val="2B5258"/>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05" name="Google Shape;105;p5"/>
          <p:cNvSpPr txBox="1"/>
          <p:nvPr>
            <p:ph idx="5" type="body"/>
          </p:nvPr>
        </p:nvSpPr>
        <p:spPr>
          <a:xfrm>
            <a:off x="11587166" y="5548749"/>
            <a:ext cx="10048875"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2B5258"/>
              </a:buClr>
              <a:buSzPts val="3700"/>
              <a:buFont typeface="Arial"/>
              <a:buNone/>
              <a:defRPr b="1" i="0" sz="3700" u="sng" cap="none" strike="noStrike">
                <a:solidFill>
                  <a:srgbClr val="2B5258"/>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06" name="Google Shape;106;p5"/>
          <p:cNvSpPr txBox="1"/>
          <p:nvPr>
            <p:ph idx="6" type="body"/>
          </p:nvPr>
        </p:nvSpPr>
        <p:spPr>
          <a:xfrm>
            <a:off x="22258339" y="6378481"/>
            <a:ext cx="10048874"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2B5258"/>
              </a:buClr>
              <a:buSzPts val="2500"/>
              <a:buFont typeface="Arial"/>
              <a:buNone/>
              <a:defRPr b="0" i="0" sz="2500" u="none" cap="none" strike="noStrike">
                <a:solidFill>
                  <a:srgbClr val="2B5258"/>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07" name="Google Shape;107;p5"/>
          <p:cNvSpPr txBox="1"/>
          <p:nvPr>
            <p:ph idx="7" type="body"/>
          </p:nvPr>
        </p:nvSpPr>
        <p:spPr>
          <a:xfrm>
            <a:off x="22250400" y="5548749"/>
            <a:ext cx="10058400"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2B5258"/>
              </a:buClr>
              <a:buSzPts val="3700"/>
              <a:buFont typeface="Arial"/>
              <a:buNone/>
              <a:defRPr b="1" i="0" sz="3700" u="sng" cap="none" strike="noStrike">
                <a:solidFill>
                  <a:srgbClr val="2B5258"/>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08" name="Google Shape;108;p5"/>
          <p:cNvSpPr txBox="1"/>
          <p:nvPr>
            <p:ph idx="8" type="body"/>
          </p:nvPr>
        </p:nvSpPr>
        <p:spPr>
          <a:xfrm>
            <a:off x="32914027" y="5548749"/>
            <a:ext cx="10047018"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2B5258"/>
              </a:buClr>
              <a:buSzPts val="3700"/>
              <a:buFont typeface="Arial"/>
              <a:buNone/>
              <a:defRPr b="1" i="0" sz="3700" u="sng" cap="none" strike="noStrike">
                <a:solidFill>
                  <a:srgbClr val="2B5258"/>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09" name="Google Shape;109;p5"/>
          <p:cNvSpPr txBox="1"/>
          <p:nvPr>
            <p:ph idx="9" type="body"/>
          </p:nvPr>
        </p:nvSpPr>
        <p:spPr>
          <a:xfrm>
            <a:off x="32914027" y="6378481"/>
            <a:ext cx="10047018"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2B5258"/>
              </a:buClr>
              <a:buSzPts val="2500"/>
              <a:buFont typeface="Arial"/>
              <a:buNone/>
              <a:defRPr b="0" i="0" sz="2500" u="none" cap="none" strike="noStrike">
                <a:solidFill>
                  <a:srgbClr val="2B5258"/>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10" name="Google Shape;110;p5"/>
          <p:cNvSpPr txBox="1"/>
          <p:nvPr>
            <p:ph idx="13" type="body"/>
          </p:nvPr>
        </p:nvSpPr>
        <p:spPr>
          <a:xfrm>
            <a:off x="32914027" y="14272738"/>
            <a:ext cx="10047018"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2B5258"/>
              </a:buClr>
              <a:buSzPts val="3700"/>
              <a:buFont typeface="Arial"/>
              <a:buNone/>
              <a:defRPr b="1" i="0" sz="3700" u="sng" cap="none" strike="noStrike">
                <a:solidFill>
                  <a:srgbClr val="2B5258"/>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11" name="Google Shape;111;p5"/>
          <p:cNvSpPr txBox="1"/>
          <p:nvPr>
            <p:ph idx="14" type="body"/>
          </p:nvPr>
        </p:nvSpPr>
        <p:spPr>
          <a:xfrm>
            <a:off x="32914027" y="15011402"/>
            <a:ext cx="10052050"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2B5258"/>
              </a:buClr>
              <a:buSzPts val="2500"/>
              <a:buFont typeface="Arial"/>
              <a:buNone/>
              <a:defRPr b="0" i="0" sz="2500" u="none" cap="none" strike="noStrike">
                <a:solidFill>
                  <a:srgbClr val="2B5258"/>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12" name="Google Shape;112;p5"/>
          <p:cNvSpPr txBox="1"/>
          <p:nvPr>
            <p:ph idx="15" type="body"/>
          </p:nvPr>
        </p:nvSpPr>
        <p:spPr>
          <a:xfrm>
            <a:off x="32914027" y="25679401"/>
            <a:ext cx="10047018"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2B5258"/>
              </a:buClr>
              <a:buSzPts val="3700"/>
              <a:buFont typeface="Arial"/>
              <a:buNone/>
              <a:defRPr b="1" i="0" sz="3700" u="sng" cap="none" strike="noStrike">
                <a:solidFill>
                  <a:srgbClr val="2B5258"/>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13" name="Google Shape;113;p5"/>
          <p:cNvSpPr txBox="1"/>
          <p:nvPr>
            <p:ph idx="16" type="body"/>
          </p:nvPr>
        </p:nvSpPr>
        <p:spPr>
          <a:xfrm>
            <a:off x="32914027" y="26433446"/>
            <a:ext cx="10052050"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2B5258"/>
              </a:buClr>
              <a:buSzPts val="2500"/>
              <a:buFont typeface="Arial"/>
              <a:buNone/>
              <a:defRPr b="0" i="0" sz="2500" u="none" cap="none" strike="noStrike">
                <a:solidFill>
                  <a:srgbClr val="2B5258"/>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14" name="Google Shape;114;p5"/>
          <p:cNvSpPr txBox="1"/>
          <p:nvPr>
            <p:ph idx="17" type="body"/>
          </p:nvPr>
        </p:nvSpPr>
        <p:spPr>
          <a:xfrm>
            <a:off x="904188" y="14951552"/>
            <a:ext cx="10056813"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2B5258"/>
              </a:buClr>
              <a:buSzPts val="2500"/>
              <a:buFont typeface="Arial"/>
              <a:buNone/>
              <a:defRPr b="0" i="0" sz="2500" u="none" cap="none" strike="noStrike">
                <a:solidFill>
                  <a:srgbClr val="2B5258"/>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15" name="Google Shape;115;p5"/>
          <p:cNvSpPr txBox="1"/>
          <p:nvPr>
            <p:ph idx="18" type="body"/>
          </p:nvPr>
        </p:nvSpPr>
        <p:spPr>
          <a:xfrm>
            <a:off x="5932593" y="3383947"/>
            <a:ext cx="31998968" cy="1280160"/>
          </a:xfrm>
          <a:prstGeom prst="rect">
            <a:avLst/>
          </a:prstGeom>
          <a:noFill/>
          <a:ln>
            <a:noFill/>
          </a:ln>
        </p:spPr>
        <p:txBody>
          <a:bodyPr anchorCtr="0" anchor="t" bIns="45700" lIns="91425" spcFirstLastPara="1" rIns="91425" wrap="square" tIns="45700">
            <a:normAutofit/>
          </a:bodyPr>
          <a:lstStyle>
            <a:lvl1pPr indent="-228600" lvl="0" marL="457200" marR="0" rtl="0" algn="ctr">
              <a:spcBef>
                <a:spcPts val="1200"/>
              </a:spcBef>
              <a:spcAft>
                <a:spcPts val="0"/>
              </a:spcAft>
              <a:buClr>
                <a:srgbClr val="2B5258"/>
              </a:buClr>
              <a:buSzPts val="6000"/>
              <a:buFont typeface="Arial"/>
              <a:buNone/>
              <a:defRPr b="0" i="0" sz="6000" u="none" cap="none" strike="noStrike">
                <a:solidFill>
                  <a:srgbClr val="2B5258"/>
                </a:solidFill>
                <a:latin typeface="Calibri"/>
                <a:ea typeface="Calibri"/>
                <a:cs typeface="Calibri"/>
                <a:sym typeface="Calibri"/>
              </a:defRPr>
            </a:lvl1pPr>
            <a:lvl2pPr indent="-228600" lvl="1" marL="9144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2pPr>
            <a:lvl3pPr indent="-228600" lvl="2" marL="13716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3pPr>
            <a:lvl4pPr indent="-228600" lvl="3" marL="18288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4pPr>
            <a:lvl5pPr indent="-228600" lvl="4" marL="22860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16" name="Google Shape;116;p5"/>
          <p:cNvSpPr txBox="1"/>
          <p:nvPr>
            <p:ph idx="19" type="body"/>
          </p:nvPr>
        </p:nvSpPr>
        <p:spPr>
          <a:xfrm>
            <a:off x="5932593" y="2103787"/>
            <a:ext cx="31998968" cy="1280160"/>
          </a:xfrm>
          <a:prstGeom prst="rect">
            <a:avLst/>
          </a:prstGeom>
          <a:noFill/>
          <a:ln>
            <a:noFill/>
          </a:ln>
        </p:spPr>
        <p:txBody>
          <a:bodyPr anchorCtr="1" anchor="t" bIns="45700" lIns="91425" spcFirstLastPara="1" rIns="91425" wrap="square" tIns="45700">
            <a:normAutofit/>
          </a:bodyPr>
          <a:lstStyle>
            <a:lvl1pPr indent="-228600" lvl="0" marL="457200" marR="0" rtl="0" algn="ctr">
              <a:spcBef>
                <a:spcPts val="1760"/>
              </a:spcBef>
              <a:spcAft>
                <a:spcPts val="0"/>
              </a:spcAft>
              <a:buClr>
                <a:srgbClr val="2B5258"/>
              </a:buClr>
              <a:buSzPts val="8800"/>
              <a:buFont typeface="Arial"/>
              <a:buNone/>
              <a:defRPr b="0" i="0" sz="8800" u="none" cap="none" strike="noStrike">
                <a:solidFill>
                  <a:srgbClr val="2B5258"/>
                </a:solidFill>
                <a:latin typeface="Calibri"/>
                <a:ea typeface="Calibri"/>
                <a:cs typeface="Calibri"/>
                <a:sym typeface="Calibri"/>
              </a:defRPr>
            </a:lvl1pPr>
            <a:lvl2pPr indent="-228600" lvl="1" marL="9144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2pPr>
            <a:lvl3pPr indent="-228600" lvl="2" marL="13716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3pPr>
            <a:lvl4pPr indent="-228600" lvl="3" marL="18288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4pPr>
            <a:lvl5pPr indent="-228600" lvl="4" marL="22860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17" name="Google Shape;117;p5"/>
          <p:cNvSpPr txBox="1"/>
          <p:nvPr>
            <p:ph idx="20" type="body"/>
          </p:nvPr>
        </p:nvSpPr>
        <p:spPr>
          <a:xfrm>
            <a:off x="5932593" y="465813"/>
            <a:ext cx="31998968" cy="1637973"/>
          </a:xfrm>
          <a:prstGeom prst="rect">
            <a:avLst/>
          </a:prstGeom>
          <a:noFill/>
          <a:ln>
            <a:noFill/>
          </a:ln>
        </p:spPr>
        <p:txBody>
          <a:bodyPr anchorCtr="1" anchor="t" bIns="45700" lIns="91425" spcFirstLastPara="1" rIns="91425" wrap="square" tIns="45700">
            <a:normAutofit/>
          </a:bodyPr>
          <a:lstStyle>
            <a:lvl1pPr indent="-228600" lvl="0" marL="457200" marR="0" rtl="0" algn="ctr">
              <a:spcBef>
                <a:spcPts val="2300"/>
              </a:spcBef>
              <a:spcAft>
                <a:spcPts val="0"/>
              </a:spcAft>
              <a:buClr>
                <a:srgbClr val="2B5258"/>
              </a:buClr>
              <a:buSzPts val="11500"/>
              <a:buFont typeface="Arial"/>
              <a:buNone/>
              <a:defRPr b="1" i="0" sz="11500" u="none" cap="none" strike="noStrike">
                <a:solidFill>
                  <a:srgbClr val="2B5258"/>
                </a:solidFill>
                <a:latin typeface="Calibri"/>
                <a:ea typeface="Calibri"/>
                <a:cs typeface="Calibri"/>
                <a:sym typeface="Calibri"/>
              </a:defRPr>
            </a:lvl1pPr>
            <a:lvl2pPr indent="-228600" lvl="1" marL="9144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2pPr>
            <a:lvl3pPr indent="-228600" lvl="2" marL="13716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3pPr>
            <a:lvl4pPr indent="-228600" lvl="3" marL="18288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4pPr>
            <a:lvl5pPr indent="-228600" lvl="4" marL="22860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tandard 4 columns">
  <p:cSld name="1_Standard 4 columns">
    <p:spTree>
      <p:nvGrpSpPr>
        <p:cNvPr id="118" name="Shape 118"/>
        <p:cNvGrpSpPr/>
        <p:nvPr/>
      </p:nvGrpSpPr>
      <p:grpSpPr>
        <a:xfrm>
          <a:off x="0" y="0"/>
          <a:ext cx="0" cy="0"/>
          <a:chOff x="0" y="0"/>
          <a:chExt cx="0" cy="0"/>
        </a:xfrm>
      </p:grpSpPr>
      <p:sp>
        <p:nvSpPr>
          <p:cNvPr id="119" name="Google Shape;119;p6"/>
          <p:cNvSpPr txBox="1"/>
          <p:nvPr>
            <p:ph idx="1" type="body"/>
          </p:nvPr>
        </p:nvSpPr>
        <p:spPr>
          <a:xfrm>
            <a:off x="904188" y="6378481"/>
            <a:ext cx="10056813"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2B5258"/>
              </a:buClr>
              <a:buSzPts val="2500"/>
              <a:buFont typeface="Arial"/>
              <a:buNone/>
              <a:defRPr b="0" i="0" sz="2500" u="none" cap="none" strike="noStrike">
                <a:solidFill>
                  <a:srgbClr val="2B5258"/>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20" name="Google Shape;120;p6"/>
          <p:cNvSpPr txBox="1"/>
          <p:nvPr>
            <p:ph idx="2" type="body"/>
          </p:nvPr>
        </p:nvSpPr>
        <p:spPr>
          <a:xfrm>
            <a:off x="922341" y="5548749"/>
            <a:ext cx="10048875"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2B5258"/>
              </a:buClr>
              <a:buSzPts val="3700"/>
              <a:buFont typeface="Arial"/>
              <a:buNone/>
              <a:defRPr b="1" i="0" sz="3700" u="sng" cap="none" strike="noStrike">
                <a:solidFill>
                  <a:srgbClr val="2B5258"/>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21" name="Google Shape;121;p6"/>
          <p:cNvSpPr txBox="1"/>
          <p:nvPr>
            <p:ph idx="3" type="body"/>
          </p:nvPr>
        </p:nvSpPr>
        <p:spPr>
          <a:xfrm>
            <a:off x="922339" y="14212513"/>
            <a:ext cx="10050462"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2B5258"/>
              </a:buClr>
              <a:buSzPts val="3700"/>
              <a:buFont typeface="Arial"/>
              <a:buNone/>
              <a:defRPr b="1" i="0" sz="3700" u="sng" cap="none" strike="noStrike">
                <a:solidFill>
                  <a:srgbClr val="2B5258"/>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22" name="Google Shape;122;p6"/>
          <p:cNvSpPr txBox="1"/>
          <p:nvPr>
            <p:ph idx="4" type="body"/>
          </p:nvPr>
        </p:nvSpPr>
        <p:spPr>
          <a:xfrm>
            <a:off x="11587165" y="6378481"/>
            <a:ext cx="10048874"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2B5258"/>
              </a:buClr>
              <a:buSzPts val="2500"/>
              <a:buFont typeface="Arial"/>
              <a:buNone/>
              <a:defRPr b="0" i="0" sz="2500" u="none" cap="none" strike="noStrike">
                <a:solidFill>
                  <a:srgbClr val="2B5258"/>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23" name="Google Shape;123;p6"/>
          <p:cNvSpPr txBox="1"/>
          <p:nvPr>
            <p:ph idx="5" type="body"/>
          </p:nvPr>
        </p:nvSpPr>
        <p:spPr>
          <a:xfrm>
            <a:off x="11587166" y="5548749"/>
            <a:ext cx="10048875"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2B5258"/>
              </a:buClr>
              <a:buSzPts val="3700"/>
              <a:buFont typeface="Arial"/>
              <a:buNone/>
              <a:defRPr b="1" i="0" sz="3700" u="sng" cap="none" strike="noStrike">
                <a:solidFill>
                  <a:srgbClr val="2B5258"/>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24" name="Google Shape;124;p6"/>
          <p:cNvSpPr txBox="1"/>
          <p:nvPr>
            <p:ph idx="6" type="body"/>
          </p:nvPr>
        </p:nvSpPr>
        <p:spPr>
          <a:xfrm>
            <a:off x="22258339" y="6378481"/>
            <a:ext cx="10048874"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2B5258"/>
              </a:buClr>
              <a:buSzPts val="2500"/>
              <a:buFont typeface="Arial"/>
              <a:buNone/>
              <a:defRPr b="0" i="0" sz="2500" u="none" cap="none" strike="noStrike">
                <a:solidFill>
                  <a:srgbClr val="2B5258"/>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25" name="Google Shape;125;p6"/>
          <p:cNvSpPr txBox="1"/>
          <p:nvPr>
            <p:ph idx="7" type="body"/>
          </p:nvPr>
        </p:nvSpPr>
        <p:spPr>
          <a:xfrm>
            <a:off x="22250400" y="5548749"/>
            <a:ext cx="10058400"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2B5258"/>
              </a:buClr>
              <a:buSzPts val="3700"/>
              <a:buFont typeface="Arial"/>
              <a:buNone/>
              <a:defRPr b="1" i="0" sz="3700" u="sng" cap="none" strike="noStrike">
                <a:solidFill>
                  <a:srgbClr val="2B5258"/>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26" name="Google Shape;126;p6"/>
          <p:cNvSpPr txBox="1"/>
          <p:nvPr>
            <p:ph idx="8" type="body"/>
          </p:nvPr>
        </p:nvSpPr>
        <p:spPr>
          <a:xfrm>
            <a:off x="32914027" y="5548749"/>
            <a:ext cx="10047018"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2B5258"/>
              </a:buClr>
              <a:buSzPts val="3700"/>
              <a:buFont typeface="Arial"/>
              <a:buNone/>
              <a:defRPr b="1" i="0" sz="3700" u="sng" cap="none" strike="noStrike">
                <a:solidFill>
                  <a:srgbClr val="2B5258"/>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27" name="Google Shape;127;p6"/>
          <p:cNvSpPr txBox="1"/>
          <p:nvPr>
            <p:ph idx="9" type="body"/>
          </p:nvPr>
        </p:nvSpPr>
        <p:spPr>
          <a:xfrm>
            <a:off x="32914027" y="6378481"/>
            <a:ext cx="10047018"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2B5258"/>
              </a:buClr>
              <a:buSzPts val="2500"/>
              <a:buFont typeface="Arial"/>
              <a:buNone/>
              <a:defRPr b="0" i="0" sz="2500" u="none" cap="none" strike="noStrike">
                <a:solidFill>
                  <a:srgbClr val="2B5258"/>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28" name="Google Shape;128;p6"/>
          <p:cNvSpPr txBox="1"/>
          <p:nvPr>
            <p:ph idx="13" type="body"/>
          </p:nvPr>
        </p:nvSpPr>
        <p:spPr>
          <a:xfrm>
            <a:off x="32914027" y="14272738"/>
            <a:ext cx="10047018"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2B5258"/>
              </a:buClr>
              <a:buSzPts val="3700"/>
              <a:buFont typeface="Arial"/>
              <a:buNone/>
              <a:defRPr b="1" i="0" sz="3700" u="sng" cap="none" strike="noStrike">
                <a:solidFill>
                  <a:srgbClr val="2B5258"/>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29" name="Google Shape;129;p6"/>
          <p:cNvSpPr txBox="1"/>
          <p:nvPr>
            <p:ph idx="14" type="body"/>
          </p:nvPr>
        </p:nvSpPr>
        <p:spPr>
          <a:xfrm>
            <a:off x="32914027" y="15011402"/>
            <a:ext cx="10052050"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2B5258"/>
              </a:buClr>
              <a:buSzPts val="2500"/>
              <a:buFont typeface="Arial"/>
              <a:buNone/>
              <a:defRPr b="0" i="0" sz="2500" u="none" cap="none" strike="noStrike">
                <a:solidFill>
                  <a:srgbClr val="2B5258"/>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30" name="Google Shape;130;p6"/>
          <p:cNvSpPr txBox="1"/>
          <p:nvPr>
            <p:ph idx="15" type="body"/>
          </p:nvPr>
        </p:nvSpPr>
        <p:spPr>
          <a:xfrm>
            <a:off x="32914027" y="25679401"/>
            <a:ext cx="10047018"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2B5258"/>
              </a:buClr>
              <a:buSzPts val="3700"/>
              <a:buFont typeface="Arial"/>
              <a:buNone/>
              <a:defRPr b="1" i="0" sz="3700" u="sng" cap="none" strike="noStrike">
                <a:solidFill>
                  <a:srgbClr val="2B5258"/>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31" name="Google Shape;131;p6"/>
          <p:cNvSpPr txBox="1"/>
          <p:nvPr>
            <p:ph idx="16" type="body"/>
          </p:nvPr>
        </p:nvSpPr>
        <p:spPr>
          <a:xfrm>
            <a:off x="32914027" y="26433446"/>
            <a:ext cx="10052050"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2B5258"/>
              </a:buClr>
              <a:buSzPts val="2500"/>
              <a:buFont typeface="Arial"/>
              <a:buNone/>
              <a:defRPr b="0" i="0" sz="2500" u="none" cap="none" strike="noStrike">
                <a:solidFill>
                  <a:srgbClr val="2B5258"/>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32" name="Google Shape;132;p6"/>
          <p:cNvSpPr txBox="1"/>
          <p:nvPr>
            <p:ph idx="17" type="body"/>
          </p:nvPr>
        </p:nvSpPr>
        <p:spPr>
          <a:xfrm>
            <a:off x="904188" y="14951552"/>
            <a:ext cx="10056813"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2B5258"/>
              </a:buClr>
              <a:buSzPts val="2500"/>
              <a:buFont typeface="Arial"/>
              <a:buNone/>
              <a:defRPr b="0" i="0" sz="2500" u="none" cap="none" strike="noStrike">
                <a:solidFill>
                  <a:srgbClr val="2B5258"/>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33" name="Google Shape;133;p6"/>
          <p:cNvSpPr txBox="1"/>
          <p:nvPr>
            <p:ph idx="18" type="body"/>
          </p:nvPr>
        </p:nvSpPr>
        <p:spPr>
          <a:xfrm>
            <a:off x="5932593" y="3383947"/>
            <a:ext cx="31998968" cy="1280160"/>
          </a:xfrm>
          <a:prstGeom prst="rect">
            <a:avLst/>
          </a:prstGeom>
          <a:noFill/>
          <a:ln>
            <a:noFill/>
          </a:ln>
        </p:spPr>
        <p:txBody>
          <a:bodyPr anchorCtr="0" anchor="t" bIns="45700" lIns="91425" spcFirstLastPara="1" rIns="91425" wrap="square" tIns="45700">
            <a:normAutofit/>
          </a:bodyPr>
          <a:lstStyle>
            <a:lvl1pPr indent="-228600" lvl="0" marL="457200" marR="0" rtl="0" algn="ctr">
              <a:spcBef>
                <a:spcPts val="1200"/>
              </a:spcBef>
              <a:spcAft>
                <a:spcPts val="0"/>
              </a:spcAft>
              <a:buClr>
                <a:srgbClr val="2B5258"/>
              </a:buClr>
              <a:buSzPts val="6000"/>
              <a:buFont typeface="Arial"/>
              <a:buNone/>
              <a:defRPr b="0" i="0" sz="6000" u="none" cap="none" strike="noStrike">
                <a:solidFill>
                  <a:srgbClr val="2B5258"/>
                </a:solidFill>
                <a:latin typeface="Calibri"/>
                <a:ea typeface="Calibri"/>
                <a:cs typeface="Calibri"/>
                <a:sym typeface="Calibri"/>
              </a:defRPr>
            </a:lvl1pPr>
            <a:lvl2pPr indent="-228600" lvl="1" marL="9144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2pPr>
            <a:lvl3pPr indent="-228600" lvl="2" marL="13716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3pPr>
            <a:lvl4pPr indent="-228600" lvl="3" marL="18288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4pPr>
            <a:lvl5pPr indent="-228600" lvl="4" marL="22860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34" name="Google Shape;134;p6"/>
          <p:cNvSpPr txBox="1"/>
          <p:nvPr>
            <p:ph idx="19" type="body"/>
          </p:nvPr>
        </p:nvSpPr>
        <p:spPr>
          <a:xfrm>
            <a:off x="5932593" y="2103787"/>
            <a:ext cx="31998968" cy="1280160"/>
          </a:xfrm>
          <a:prstGeom prst="rect">
            <a:avLst/>
          </a:prstGeom>
          <a:noFill/>
          <a:ln>
            <a:noFill/>
          </a:ln>
        </p:spPr>
        <p:txBody>
          <a:bodyPr anchorCtr="1" anchor="t" bIns="45700" lIns="91425" spcFirstLastPara="1" rIns="91425" wrap="square" tIns="45700">
            <a:normAutofit/>
          </a:bodyPr>
          <a:lstStyle>
            <a:lvl1pPr indent="-228600" lvl="0" marL="457200" marR="0" rtl="0" algn="ctr">
              <a:spcBef>
                <a:spcPts val="1760"/>
              </a:spcBef>
              <a:spcAft>
                <a:spcPts val="0"/>
              </a:spcAft>
              <a:buClr>
                <a:srgbClr val="2B5258"/>
              </a:buClr>
              <a:buSzPts val="8800"/>
              <a:buFont typeface="Arial"/>
              <a:buNone/>
              <a:defRPr b="0" i="0" sz="8800" u="none" cap="none" strike="noStrike">
                <a:solidFill>
                  <a:srgbClr val="2B5258"/>
                </a:solidFill>
                <a:latin typeface="Calibri"/>
                <a:ea typeface="Calibri"/>
                <a:cs typeface="Calibri"/>
                <a:sym typeface="Calibri"/>
              </a:defRPr>
            </a:lvl1pPr>
            <a:lvl2pPr indent="-228600" lvl="1" marL="9144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2pPr>
            <a:lvl3pPr indent="-228600" lvl="2" marL="13716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3pPr>
            <a:lvl4pPr indent="-228600" lvl="3" marL="18288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4pPr>
            <a:lvl5pPr indent="-228600" lvl="4" marL="22860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35" name="Google Shape;135;p6"/>
          <p:cNvSpPr txBox="1"/>
          <p:nvPr>
            <p:ph idx="20" type="body"/>
          </p:nvPr>
        </p:nvSpPr>
        <p:spPr>
          <a:xfrm>
            <a:off x="5932593" y="465813"/>
            <a:ext cx="31998968" cy="1637973"/>
          </a:xfrm>
          <a:prstGeom prst="rect">
            <a:avLst/>
          </a:prstGeom>
          <a:noFill/>
          <a:ln>
            <a:noFill/>
          </a:ln>
        </p:spPr>
        <p:txBody>
          <a:bodyPr anchorCtr="1" anchor="t" bIns="45700" lIns="91425" spcFirstLastPara="1" rIns="91425" wrap="square" tIns="45700">
            <a:normAutofit/>
          </a:bodyPr>
          <a:lstStyle>
            <a:lvl1pPr indent="-228600" lvl="0" marL="457200" marR="0" rtl="0" algn="ctr">
              <a:spcBef>
                <a:spcPts val="2300"/>
              </a:spcBef>
              <a:spcAft>
                <a:spcPts val="0"/>
              </a:spcAft>
              <a:buClr>
                <a:srgbClr val="2B5258"/>
              </a:buClr>
              <a:buSzPts val="11500"/>
              <a:buFont typeface="Arial"/>
              <a:buNone/>
              <a:defRPr b="1" i="0" sz="11500" u="none" cap="none" strike="noStrike">
                <a:solidFill>
                  <a:srgbClr val="2B5258"/>
                </a:solidFill>
                <a:latin typeface="Calibri"/>
                <a:ea typeface="Calibri"/>
                <a:cs typeface="Calibri"/>
                <a:sym typeface="Calibri"/>
              </a:defRPr>
            </a:lvl1pPr>
            <a:lvl2pPr indent="-228600" lvl="1" marL="9144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2pPr>
            <a:lvl3pPr indent="-228600" lvl="2" marL="13716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3pPr>
            <a:lvl4pPr indent="-228600" lvl="3" marL="18288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4pPr>
            <a:lvl5pPr indent="-228600" lvl="4" marL="22860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ndard 3 columns">
  <p:cSld name="Standard 3 columns">
    <p:spTree>
      <p:nvGrpSpPr>
        <p:cNvPr id="173" name="Shape 173"/>
        <p:cNvGrpSpPr/>
        <p:nvPr/>
      </p:nvGrpSpPr>
      <p:grpSpPr>
        <a:xfrm>
          <a:off x="0" y="0"/>
          <a:ext cx="0" cy="0"/>
          <a:chOff x="0" y="0"/>
          <a:chExt cx="0" cy="0"/>
        </a:xfrm>
      </p:grpSpPr>
      <p:sp>
        <p:nvSpPr>
          <p:cNvPr id="174" name="Google Shape;174;p8"/>
          <p:cNvSpPr txBox="1"/>
          <p:nvPr>
            <p:ph idx="1" type="body"/>
          </p:nvPr>
        </p:nvSpPr>
        <p:spPr>
          <a:xfrm>
            <a:off x="904186" y="6295353"/>
            <a:ext cx="13591277" cy="861752"/>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75" name="Google Shape;175;p8"/>
          <p:cNvSpPr txBox="1"/>
          <p:nvPr>
            <p:ph idx="2" type="body"/>
          </p:nvPr>
        </p:nvSpPr>
        <p:spPr>
          <a:xfrm>
            <a:off x="922338" y="5431995"/>
            <a:ext cx="13573126"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1F3864"/>
              </a:buClr>
              <a:buSzPts val="3700"/>
              <a:buFont typeface="Arial"/>
              <a:buNone/>
              <a:defRPr b="1" i="0" sz="3700" u="sng" cap="none" strike="noStrike">
                <a:solidFill>
                  <a:srgbClr val="1F3864"/>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76" name="Google Shape;176;p8"/>
          <p:cNvSpPr txBox="1"/>
          <p:nvPr>
            <p:ph idx="3" type="body"/>
          </p:nvPr>
        </p:nvSpPr>
        <p:spPr>
          <a:xfrm>
            <a:off x="922338" y="18240478"/>
            <a:ext cx="13592864" cy="861752"/>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77" name="Google Shape;177;p8"/>
          <p:cNvSpPr txBox="1"/>
          <p:nvPr>
            <p:ph idx="4" type="body"/>
          </p:nvPr>
        </p:nvSpPr>
        <p:spPr>
          <a:xfrm>
            <a:off x="942080" y="17409229"/>
            <a:ext cx="13573125"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1F3864"/>
              </a:buClr>
              <a:buSzPts val="3700"/>
              <a:buFont typeface="Arial"/>
              <a:buNone/>
              <a:defRPr b="1" i="0" sz="3700" u="sng" cap="none" strike="noStrike">
                <a:solidFill>
                  <a:srgbClr val="1F3864"/>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78" name="Google Shape;178;p8"/>
          <p:cNvSpPr txBox="1"/>
          <p:nvPr>
            <p:ph idx="5" type="body"/>
          </p:nvPr>
        </p:nvSpPr>
        <p:spPr>
          <a:xfrm>
            <a:off x="15154276" y="21595083"/>
            <a:ext cx="13571534" cy="861752"/>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79" name="Google Shape;179;p8"/>
          <p:cNvSpPr txBox="1"/>
          <p:nvPr>
            <p:ph idx="6" type="body"/>
          </p:nvPr>
        </p:nvSpPr>
        <p:spPr>
          <a:xfrm>
            <a:off x="15154276" y="20739663"/>
            <a:ext cx="13571534"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1F3864"/>
              </a:buClr>
              <a:buSzPts val="3700"/>
              <a:buFont typeface="Arial"/>
              <a:buNone/>
              <a:defRPr b="1" i="0" sz="3700" u="sng" cap="none" strike="noStrike">
                <a:solidFill>
                  <a:srgbClr val="1F3864"/>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80" name="Google Shape;180;p8"/>
          <p:cNvSpPr txBox="1"/>
          <p:nvPr>
            <p:ph idx="7" type="body"/>
          </p:nvPr>
        </p:nvSpPr>
        <p:spPr>
          <a:xfrm>
            <a:off x="15162215" y="6295353"/>
            <a:ext cx="13571534" cy="861752"/>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81" name="Google Shape;181;p8"/>
          <p:cNvSpPr txBox="1"/>
          <p:nvPr>
            <p:ph idx="8" type="body"/>
          </p:nvPr>
        </p:nvSpPr>
        <p:spPr>
          <a:xfrm>
            <a:off x="15154277" y="5431995"/>
            <a:ext cx="13579475"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1F3864"/>
              </a:buClr>
              <a:buSzPts val="3700"/>
              <a:buFont typeface="Arial"/>
              <a:buNone/>
              <a:defRPr b="1" i="0" sz="3700" u="sng" cap="none" strike="noStrike">
                <a:solidFill>
                  <a:srgbClr val="1F3864"/>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82" name="Google Shape;182;p8"/>
          <p:cNvSpPr txBox="1"/>
          <p:nvPr>
            <p:ph idx="9" type="body"/>
          </p:nvPr>
        </p:nvSpPr>
        <p:spPr>
          <a:xfrm>
            <a:off x="29395741" y="5431995"/>
            <a:ext cx="13576029"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1F3864"/>
              </a:buClr>
              <a:buSzPts val="3700"/>
              <a:buFont typeface="Arial"/>
              <a:buNone/>
              <a:defRPr b="1" i="0" sz="3700" u="sng" cap="none" strike="noStrike">
                <a:solidFill>
                  <a:srgbClr val="1F3864"/>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83" name="Google Shape;183;p8"/>
          <p:cNvSpPr txBox="1"/>
          <p:nvPr>
            <p:ph idx="13" type="body"/>
          </p:nvPr>
        </p:nvSpPr>
        <p:spPr>
          <a:xfrm>
            <a:off x="29395741" y="6295353"/>
            <a:ext cx="13576029" cy="861752"/>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84" name="Google Shape;184;p8"/>
          <p:cNvSpPr txBox="1"/>
          <p:nvPr>
            <p:ph idx="14" type="body"/>
          </p:nvPr>
        </p:nvSpPr>
        <p:spPr>
          <a:xfrm>
            <a:off x="29395741" y="17377122"/>
            <a:ext cx="13576029"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1F3864"/>
              </a:buClr>
              <a:buSzPts val="3700"/>
              <a:buFont typeface="Arial"/>
              <a:buNone/>
              <a:defRPr b="1" i="0" sz="3700" u="sng" cap="none" strike="noStrike">
                <a:solidFill>
                  <a:srgbClr val="1F3864"/>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85" name="Google Shape;185;p8"/>
          <p:cNvSpPr txBox="1"/>
          <p:nvPr>
            <p:ph idx="15" type="body"/>
          </p:nvPr>
        </p:nvSpPr>
        <p:spPr>
          <a:xfrm>
            <a:off x="29390710" y="18157350"/>
            <a:ext cx="13581061" cy="861752"/>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86" name="Google Shape;186;p8"/>
          <p:cNvSpPr txBox="1"/>
          <p:nvPr>
            <p:ph idx="16" type="body"/>
          </p:nvPr>
        </p:nvSpPr>
        <p:spPr>
          <a:xfrm>
            <a:off x="29395741" y="25845657"/>
            <a:ext cx="13576029"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1F3864"/>
              </a:buClr>
              <a:buSzPts val="3700"/>
              <a:buFont typeface="Arial"/>
              <a:buNone/>
              <a:defRPr b="1" i="0" sz="3700" u="sng" cap="none" strike="noStrike">
                <a:solidFill>
                  <a:srgbClr val="1F3864"/>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87" name="Google Shape;187;p8"/>
          <p:cNvSpPr txBox="1"/>
          <p:nvPr>
            <p:ph idx="17" type="body"/>
          </p:nvPr>
        </p:nvSpPr>
        <p:spPr>
          <a:xfrm>
            <a:off x="29395742" y="26625887"/>
            <a:ext cx="13581061" cy="861752"/>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88" name="Google Shape;188;p8"/>
          <p:cNvSpPr txBox="1"/>
          <p:nvPr>
            <p:ph idx="18" type="body"/>
          </p:nvPr>
        </p:nvSpPr>
        <p:spPr>
          <a:xfrm>
            <a:off x="5932593" y="3383947"/>
            <a:ext cx="31998968" cy="1280160"/>
          </a:xfrm>
          <a:prstGeom prst="rect">
            <a:avLst/>
          </a:prstGeom>
          <a:noFill/>
          <a:ln>
            <a:noFill/>
          </a:ln>
        </p:spPr>
        <p:txBody>
          <a:bodyPr anchorCtr="0" anchor="t" bIns="45700" lIns="91425" spcFirstLastPara="1" rIns="91425" wrap="square" tIns="45700">
            <a:normAutofit/>
          </a:bodyPr>
          <a:lstStyle>
            <a:lvl1pPr indent="-228600" lvl="0" marL="457200" marR="0" rtl="0" algn="ctr">
              <a:spcBef>
                <a:spcPts val="1200"/>
              </a:spcBef>
              <a:spcAft>
                <a:spcPts val="0"/>
              </a:spcAft>
              <a:buClr>
                <a:srgbClr val="1F3864"/>
              </a:buClr>
              <a:buSzPts val="6000"/>
              <a:buFont typeface="Arial"/>
              <a:buNone/>
              <a:defRPr b="0" i="0" sz="6000" u="none" cap="none" strike="noStrike">
                <a:solidFill>
                  <a:srgbClr val="1F3864"/>
                </a:solidFill>
                <a:latin typeface="Calibri"/>
                <a:ea typeface="Calibri"/>
                <a:cs typeface="Calibri"/>
                <a:sym typeface="Calibri"/>
              </a:defRPr>
            </a:lvl1pPr>
            <a:lvl2pPr indent="-228600" lvl="1" marL="9144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2pPr>
            <a:lvl3pPr indent="-228600" lvl="2" marL="13716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3pPr>
            <a:lvl4pPr indent="-228600" lvl="3" marL="18288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4pPr>
            <a:lvl5pPr indent="-228600" lvl="4" marL="22860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89" name="Google Shape;189;p8"/>
          <p:cNvSpPr txBox="1"/>
          <p:nvPr>
            <p:ph idx="19" type="body"/>
          </p:nvPr>
        </p:nvSpPr>
        <p:spPr>
          <a:xfrm>
            <a:off x="5932593" y="2103787"/>
            <a:ext cx="31998968" cy="1280160"/>
          </a:xfrm>
          <a:prstGeom prst="rect">
            <a:avLst/>
          </a:prstGeom>
          <a:noFill/>
          <a:ln>
            <a:noFill/>
          </a:ln>
        </p:spPr>
        <p:txBody>
          <a:bodyPr anchorCtr="1" anchor="t" bIns="45700" lIns="91425" spcFirstLastPara="1" rIns="91425" wrap="square" tIns="45700">
            <a:normAutofit/>
          </a:bodyPr>
          <a:lstStyle>
            <a:lvl1pPr indent="-228600" lvl="0" marL="457200" marR="0" rtl="0" algn="ctr">
              <a:spcBef>
                <a:spcPts val="1760"/>
              </a:spcBef>
              <a:spcAft>
                <a:spcPts val="0"/>
              </a:spcAft>
              <a:buClr>
                <a:srgbClr val="1F3864"/>
              </a:buClr>
              <a:buSzPts val="8800"/>
              <a:buFont typeface="Arial"/>
              <a:buNone/>
              <a:defRPr b="0" i="0" sz="8800" u="none" cap="none" strike="noStrike">
                <a:solidFill>
                  <a:srgbClr val="1F3864"/>
                </a:solidFill>
                <a:latin typeface="Calibri"/>
                <a:ea typeface="Calibri"/>
                <a:cs typeface="Calibri"/>
                <a:sym typeface="Calibri"/>
              </a:defRPr>
            </a:lvl1pPr>
            <a:lvl2pPr indent="-228600" lvl="1" marL="9144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2pPr>
            <a:lvl3pPr indent="-228600" lvl="2" marL="13716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3pPr>
            <a:lvl4pPr indent="-228600" lvl="3" marL="18288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4pPr>
            <a:lvl5pPr indent="-228600" lvl="4" marL="22860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90" name="Google Shape;190;p8"/>
          <p:cNvSpPr txBox="1"/>
          <p:nvPr>
            <p:ph idx="20" type="body"/>
          </p:nvPr>
        </p:nvSpPr>
        <p:spPr>
          <a:xfrm>
            <a:off x="5932593" y="465813"/>
            <a:ext cx="31998968" cy="1637973"/>
          </a:xfrm>
          <a:prstGeom prst="rect">
            <a:avLst/>
          </a:prstGeom>
          <a:noFill/>
          <a:ln>
            <a:noFill/>
          </a:ln>
        </p:spPr>
        <p:txBody>
          <a:bodyPr anchorCtr="1" anchor="t" bIns="45700" lIns="91425" spcFirstLastPara="1" rIns="91425" wrap="square" tIns="45700">
            <a:normAutofit/>
          </a:bodyPr>
          <a:lstStyle>
            <a:lvl1pPr indent="-228600" lvl="0" marL="457200" marR="0" rtl="0" algn="ctr">
              <a:spcBef>
                <a:spcPts val="2300"/>
              </a:spcBef>
              <a:spcAft>
                <a:spcPts val="0"/>
              </a:spcAft>
              <a:buClr>
                <a:srgbClr val="1F3864"/>
              </a:buClr>
              <a:buSzPts val="11500"/>
              <a:buFont typeface="Arial"/>
              <a:buNone/>
              <a:defRPr b="1" i="0" sz="11500" u="none" cap="none" strike="noStrike">
                <a:solidFill>
                  <a:srgbClr val="1F3864"/>
                </a:solidFill>
                <a:latin typeface="Calibri"/>
                <a:ea typeface="Calibri"/>
                <a:cs typeface="Calibri"/>
                <a:sym typeface="Calibri"/>
              </a:defRPr>
            </a:lvl1pPr>
            <a:lvl2pPr indent="-228600" lvl="1" marL="9144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2pPr>
            <a:lvl3pPr indent="-228600" lvl="2" marL="13716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3pPr>
            <a:lvl4pPr indent="-228600" lvl="3" marL="18288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4pPr>
            <a:lvl5pPr indent="-228600" lvl="4" marL="22860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91" name="Google Shape;191;p8"/>
          <p:cNvSpPr txBox="1"/>
          <p:nvPr/>
        </p:nvSpPr>
        <p:spPr>
          <a:xfrm>
            <a:off x="14272591" y="9899374"/>
            <a:ext cx="4134679" cy="4770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500">
              <a:solidFill>
                <a:srgbClr val="1F3864"/>
              </a:solidFill>
              <a:latin typeface="Times New Roman"/>
              <a:ea typeface="Times New Roman"/>
              <a:cs typeface="Times New Roman"/>
              <a:sym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ndard 4 columns">
  <p:cSld name="Standard 4 columns">
    <p:spTree>
      <p:nvGrpSpPr>
        <p:cNvPr id="192" name="Shape 192"/>
        <p:cNvGrpSpPr/>
        <p:nvPr/>
      </p:nvGrpSpPr>
      <p:grpSpPr>
        <a:xfrm>
          <a:off x="0" y="0"/>
          <a:ext cx="0" cy="0"/>
          <a:chOff x="0" y="0"/>
          <a:chExt cx="0" cy="0"/>
        </a:xfrm>
      </p:grpSpPr>
      <p:sp>
        <p:nvSpPr>
          <p:cNvPr id="193" name="Google Shape;193;p9"/>
          <p:cNvSpPr txBox="1"/>
          <p:nvPr>
            <p:ph idx="1" type="body"/>
          </p:nvPr>
        </p:nvSpPr>
        <p:spPr>
          <a:xfrm>
            <a:off x="904188" y="6378481"/>
            <a:ext cx="10056813"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94" name="Google Shape;194;p9"/>
          <p:cNvSpPr txBox="1"/>
          <p:nvPr>
            <p:ph idx="2" type="body"/>
          </p:nvPr>
        </p:nvSpPr>
        <p:spPr>
          <a:xfrm>
            <a:off x="922341" y="5548749"/>
            <a:ext cx="10048875"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1F3864"/>
              </a:buClr>
              <a:buSzPts val="3700"/>
              <a:buFont typeface="Arial"/>
              <a:buNone/>
              <a:defRPr b="1" i="0" sz="3700" u="sng" cap="none" strike="noStrike">
                <a:solidFill>
                  <a:srgbClr val="1F3864"/>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95" name="Google Shape;195;p9"/>
          <p:cNvSpPr txBox="1"/>
          <p:nvPr>
            <p:ph idx="3" type="body"/>
          </p:nvPr>
        </p:nvSpPr>
        <p:spPr>
          <a:xfrm>
            <a:off x="922339" y="14212513"/>
            <a:ext cx="10050462"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1F3864"/>
              </a:buClr>
              <a:buSzPts val="3700"/>
              <a:buFont typeface="Arial"/>
              <a:buNone/>
              <a:defRPr b="1" i="0" sz="3700" u="sng" cap="none" strike="noStrike">
                <a:solidFill>
                  <a:srgbClr val="1F3864"/>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96" name="Google Shape;196;p9"/>
          <p:cNvSpPr txBox="1"/>
          <p:nvPr>
            <p:ph idx="4" type="body"/>
          </p:nvPr>
        </p:nvSpPr>
        <p:spPr>
          <a:xfrm>
            <a:off x="11587165" y="6378481"/>
            <a:ext cx="10048874"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97" name="Google Shape;197;p9"/>
          <p:cNvSpPr txBox="1"/>
          <p:nvPr>
            <p:ph idx="5" type="body"/>
          </p:nvPr>
        </p:nvSpPr>
        <p:spPr>
          <a:xfrm>
            <a:off x="11587166" y="5548749"/>
            <a:ext cx="10048875"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1F3864"/>
              </a:buClr>
              <a:buSzPts val="3700"/>
              <a:buFont typeface="Arial"/>
              <a:buNone/>
              <a:defRPr b="1" i="0" sz="3700" u="sng" cap="none" strike="noStrike">
                <a:solidFill>
                  <a:srgbClr val="1F3864"/>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98" name="Google Shape;198;p9"/>
          <p:cNvSpPr txBox="1"/>
          <p:nvPr>
            <p:ph idx="6" type="body"/>
          </p:nvPr>
        </p:nvSpPr>
        <p:spPr>
          <a:xfrm>
            <a:off x="22258339" y="6378481"/>
            <a:ext cx="10048874"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99" name="Google Shape;199;p9"/>
          <p:cNvSpPr txBox="1"/>
          <p:nvPr>
            <p:ph idx="7" type="body"/>
          </p:nvPr>
        </p:nvSpPr>
        <p:spPr>
          <a:xfrm>
            <a:off x="22250400" y="5548749"/>
            <a:ext cx="10058400"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1F3864"/>
              </a:buClr>
              <a:buSzPts val="3700"/>
              <a:buFont typeface="Arial"/>
              <a:buNone/>
              <a:defRPr b="1" i="0" sz="3700" u="sng" cap="none" strike="noStrike">
                <a:solidFill>
                  <a:srgbClr val="1F3864"/>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00" name="Google Shape;200;p9"/>
          <p:cNvSpPr txBox="1"/>
          <p:nvPr>
            <p:ph idx="8" type="body"/>
          </p:nvPr>
        </p:nvSpPr>
        <p:spPr>
          <a:xfrm>
            <a:off x="32914027" y="5548749"/>
            <a:ext cx="10047018"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1F3864"/>
              </a:buClr>
              <a:buSzPts val="3700"/>
              <a:buFont typeface="Arial"/>
              <a:buNone/>
              <a:defRPr b="1" i="0" sz="3700" u="sng" cap="none" strike="noStrike">
                <a:solidFill>
                  <a:srgbClr val="1F3864"/>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01" name="Google Shape;201;p9"/>
          <p:cNvSpPr txBox="1"/>
          <p:nvPr>
            <p:ph idx="9" type="body"/>
          </p:nvPr>
        </p:nvSpPr>
        <p:spPr>
          <a:xfrm>
            <a:off x="32914027" y="6378481"/>
            <a:ext cx="10047018"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02" name="Google Shape;202;p9"/>
          <p:cNvSpPr txBox="1"/>
          <p:nvPr>
            <p:ph idx="13" type="body"/>
          </p:nvPr>
        </p:nvSpPr>
        <p:spPr>
          <a:xfrm>
            <a:off x="32914027" y="14272738"/>
            <a:ext cx="10047018"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1F3864"/>
              </a:buClr>
              <a:buSzPts val="3700"/>
              <a:buFont typeface="Arial"/>
              <a:buNone/>
              <a:defRPr b="1" i="0" sz="3700" u="sng" cap="none" strike="noStrike">
                <a:solidFill>
                  <a:srgbClr val="1F3864"/>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03" name="Google Shape;203;p9"/>
          <p:cNvSpPr txBox="1"/>
          <p:nvPr>
            <p:ph idx="14" type="body"/>
          </p:nvPr>
        </p:nvSpPr>
        <p:spPr>
          <a:xfrm>
            <a:off x="32914027" y="15011402"/>
            <a:ext cx="10052050"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04" name="Google Shape;204;p9"/>
          <p:cNvSpPr txBox="1"/>
          <p:nvPr>
            <p:ph idx="15" type="body"/>
          </p:nvPr>
        </p:nvSpPr>
        <p:spPr>
          <a:xfrm>
            <a:off x="32914027" y="25679401"/>
            <a:ext cx="10047018" cy="754045"/>
          </a:xfrm>
          <a:prstGeom prst="rect">
            <a:avLst/>
          </a:prstGeom>
          <a:noFill/>
          <a:ln>
            <a:noFill/>
          </a:ln>
        </p:spPr>
        <p:txBody>
          <a:bodyPr anchorCtr="0" anchor="ctr" bIns="91425" lIns="91425" spcFirstLastPara="1" rIns="91425" wrap="square" tIns="91425">
            <a:spAutoFit/>
          </a:bodyPr>
          <a:lstStyle>
            <a:lvl1pPr indent="-228600" lvl="0" marL="457200" marR="0" rtl="0" algn="ctr">
              <a:spcBef>
                <a:spcPts val="740"/>
              </a:spcBef>
              <a:spcAft>
                <a:spcPts val="0"/>
              </a:spcAft>
              <a:buClr>
                <a:srgbClr val="1F3864"/>
              </a:buClr>
              <a:buSzPts val="3700"/>
              <a:buFont typeface="Arial"/>
              <a:buNone/>
              <a:defRPr b="1" i="0" sz="3700" u="sng" cap="none" strike="noStrike">
                <a:solidFill>
                  <a:srgbClr val="1F3864"/>
                </a:solidFill>
                <a:latin typeface="Calibri"/>
                <a:ea typeface="Calibri"/>
                <a:cs typeface="Calibri"/>
                <a:sym typeface="Calibri"/>
              </a:defRPr>
            </a:lvl1pPr>
            <a:lvl2pPr indent="-1085850" lvl="1" marL="914400" marR="0" rtl="0" algn="l">
              <a:spcBef>
                <a:spcPts val="2700"/>
              </a:spcBef>
              <a:spcAft>
                <a:spcPts val="0"/>
              </a:spcAft>
              <a:buClr>
                <a:schemeClr val="dk1"/>
              </a:buClr>
              <a:buSzPts val="13500"/>
              <a:buFont typeface="Arial"/>
              <a:buChar char="–"/>
              <a:defRPr b="0" i="0" sz="13500" u="none" cap="none" strike="noStrike">
                <a:solidFill>
                  <a:schemeClr val="dk1"/>
                </a:solidFill>
                <a:latin typeface="Calibri"/>
                <a:ea typeface="Calibri"/>
                <a:cs typeface="Calibri"/>
                <a:sym typeface="Calibri"/>
              </a:defRPr>
            </a:lvl2pPr>
            <a:lvl3pPr indent="-965200" lvl="2" marL="1371600" marR="0" rtl="0" algn="l">
              <a:spcBef>
                <a:spcPts val="232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05" name="Google Shape;205;p9"/>
          <p:cNvSpPr txBox="1"/>
          <p:nvPr>
            <p:ph idx="16" type="body"/>
          </p:nvPr>
        </p:nvSpPr>
        <p:spPr>
          <a:xfrm>
            <a:off x="32914027" y="26433446"/>
            <a:ext cx="10052050"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06" name="Google Shape;206;p9"/>
          <p:cNvSpPr txBox="1"/>
          <p:nvPr>
            <p:ph idx="17" type="body"/>
          </p:nvPr>
        </p:nvSpPr>
        <p:spPr>
          <a:xfrm>
            <a:off x="904188" y="14951552"/>
            <a:ext cx="10056813" cy="846363"/>
          </a:xfrm>
          <a:prstGeom prst="rect">
            <a:avLst/>
          </a:prstGeom>
          <a:noFill/>
          <a:ln>
            <a:noFill/>
          </a:ln>
        </p:spPr>
        <p:txBody>
          <a:bodyPr anchorCtr="0" anchor="t" bIns="228575" lIns="228575" spcFirstLastPara="1" rIns="228575" wrap="square" tIns="228575">
            <a:spAutoFit/>
          </a:bodyPr>
          <a:lstStyle>
            <a:lvl1pPr indent="-228600" lvl="0" marL="457200" marR="0" rtl="0" algn="l">
              <a:spcBef>
                <a:spcPts val="500"/>
              </a:spcBef>
              <a:spcAft>
                <a:spcPts val="0"/>
              </a:spcAft>
              <a:buClr>
                <a:srgbClr val="1F3864"/>
              </a:buClr>
              <a:buSzPts val="2500"/>
              <a:buFont typeface="Arial"/>
              <a:buNone/>
              <a:defRPr b="0" i="0" sz="2500" u="none" cap="none" strike="noStrike">
                <a:solidFill>
                  <a:srgbClr val="1F3864"/>
                </a:solidFill>
                <a:latin typeface="Times New Roman"/>
                <a:ea typeface="Times New Roman"/>
                <a:cs typeface="Times New Roman"/>
                <a:sym typeface="Times New Roman"/>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spcBef>
                <a:spcPts val="500"/>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07" name="Google Shape;207;p9"/>
          <p:cNvSpPr txBox="1"/>
          <p:nvPr>
            <p:ph idx="18" type="body"/>
          </p:nvPr>
        </p:nvSpPr>
        <p:spPr>
          <a:xfrm>
            <a:off x="5932593" y="3383947"/>
            <a:ext cx="31998968" cy="1280160"/>
          </a:xfrm>
          <a:prstGeom prst="rect">
            <a:avLst/>
          </a:prstGeom>
          <a:noFill/>
          <a:ln>
            <a:noFill/>
          </a:ln>
        </p:spPr>
        <p:txBody>
          <a:bodyPr anchorCtr="0" anchor="t" bIns="45700" lIns="91425" spcFirstLastPara="1" rIns="91425" wrap="square" tIns="45700">
            <a:normAutofit/>
          </a:bodyPr>
          <a:lstStyle>
            <a:lvl1pPr indent="-228600" lvl="0" marL="457200" marR="0" rtl="0" algn="ctr">
              <a:spcBef>
                <a:spcPts val="1200"/>
              </a:spcBef>
              <a:spcAft>
                <a:spcPts val="0"/>
              </a:spcAft>
              <a:buClr>
                <a:srgbClr val="1F3864"/>
              </a:buClr>
              <a:buSzPts val="6000"/>
              <a:buFont typeface="Arial"/>
              <a:buNone/>
              <a:defRPr b="0" i="0" sz="6000" u="none" cap="none" strike="noStrike">
                <a:solidFill>
                  <a:srgbClr val="1F3864"/>
                </a:solidFill>
                <a:latin typeface="Calibri"/>
                <a:ea typeface="Calibri"/>
                <a:cs typeface="Calibri"/>
                <a:sym typeface="Calibri"/>
              </a:defRPr>
            </a:lvl1pPr>
            <a:lvl2pPr indent="-228600" lvl="1" marL="9144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2pPr>
            <a:lvl3pPr indent="-228600" lvl="2" marL="13716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3pPr>
            <a:lvl4pPr indent="-228600" lvl="3" marL="18288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4pPr>
            <a:lvl5pPr indent="-228600" lvl="4" marL="22860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08" name="Google Shape;208;p9"/>
          <p:cNvSpPr txBox="1"/>
          <p:nvPr>
            <p:ph idx="19" type="body"/>
          </p:nvPr>
        </p:nvSpPr>
        <p:spPr>
          <a:xfrm>
            <a:off x="5932593" y="2103787"/>
            <a:ext cx="31998968" cy="1280160"/>
          </a:xfrm>
          <a:prstGeom prst="rect">
            <a:avLst/>
          </a:prstGeom>
          <a:noFill/>
          <a:ln>
            <a:noFill/>
          </a:ln>
        </p:spPr>
        <p:txBody>
          <a:bodyPr anchorCtr="1" anchor="t" bIns="45700" lIns="91425" spcFirstLastPara="1" rIns="91425" wrap="square" tIns="45700">
            <a:normAutofit/>
          </a:bodyPr>
          <a:lstStyle>
            <a:lvl1pPr indent="-228600" lvl="0" marL="457200" marR="0" rtl="0" algn="ctr">
              <a:spcBef>
                <a:spcPts val="1760"/>
              </a:spcBef>
              <a:spcAft>
                <a:spcPts val="0"/>
              </a:spcAft>
              <a:buClr>
                <a:srgbClr val="1F3864"/>
              </a:buClr>
              <a:buSzPts val="8800"/>
              <a:buFont typeface="Arial"/>
              <a:buNone/>
              <a:defRPr b="0" i="0" sz="8800" u="none" cap="none" strike="noStrike">
                <a:solidFill>
                  <a:srgbClr val="1F3864"/>
                </a:solidFill>
                <a:latin typeface="Calibri"/>
                <a:ea typeface="Calibri"/>
                <a:cs typeface="Calibri"/>
                <a:sym typeface="Calibri"/>
              </a:defRPr>
            </a:lvl1pPr>
            <a:lvl2pPr indent="-228600" lvl="1" marL="9144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2pPr>
            <a:lvl3pPr indent="-228600" lvl="2" marL="13716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3pPr>
            <a:lvl4pPr indent="-228600" lvl="3" marL="18288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4pPr>
            <a:lvl5pPr indent="-228600" lvl="4" marL="22860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209" name="Google Shape;209;p9"/>
          <p:cNvSpPr txBox="1"/>
          <p:nvPr>
            <p:ph idx="20" type="body"/>
          </p:nvPr>
        </p:nvSpPr>
        <p:spPr>
          <a:xfrm>
            <a:off x="5932593" y="465813"/>
            <a:ext cx="31998968" cy="1637973"/>
          </a:xfrm>
          <a:prstGeom prst="rect">
            <a:avLst/>
          </a:prstGeom>
          <a:noFill/>
          <a:ln>
            <a:noFill/>
          </a:ln>
        </p:spPr>
        <p:txBody>
          <a:bodyPr anchorCtr="1" anchor="t" bIns="45700" lIns="91425" spcFirstLastPara="1" rIns="91425" wrap="square" tIns="45700">
            <a:normAutofit/>
          </a:bodyPr>
          <a:lstStyle>
            <a:lvl1pPr indent="-228600" lvl="0" marL="457200" marR="0" rtl="0" algn="ctr">
              <a:spcBef>
                <a:spcPts val="2300"/>
              </a:spcBef>
              <a:spcAft>
                <a:spcPts val="0"/>
              </a:spcAft>
              <a:buClr>
                <a:srgbClr val="1F3864"/>
              </a:buClr>
              <a:buSzPts val="11500"/>
              <a:buFont typeface="Arial"/>
              <a:buNone/>
              <a:defRPr b="1" i="0" sz="11500" u="none" cap="none" strike="noStrike">
                <a:solidFill>
                  <a:srgbClr val="1F3864"/>
                </a:solidFill>
                <a:latin typeface="Calibri"/>
                <a:ea typeface="Calibri"/>
                <a:cs typeface="Calibri"/>
                <a:sym typeface="Calibri"/>
              </a:defRPr>
            </a:lvl1pPr>
            <a:lvl2pPr indent="-228600" lvl="1" marL="9144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2pPr>
            <a:lvl3pPr indent="-228600" lvl="2" marL="13716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3pPr>
            <a:lvl4pPr indent="-228600" lvl="3" marL="18288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4pPr>
            <a:lvl5pPr indent="-228600" lvl="4" marL="2286000" marR="0" rtl="0" algn="l">
              <a:spcBef>
                <a:spcPts val="1440"/>
              </a:spcBef>
              <a:spcAft>
                <a:spcPts val="0"/>
              </a:spcAft>
              <a:buClr>
                <a:schemeClr val="dk1"/>
              </a:buClr>
              <a:buSzPts val="7200"/>
              <a:buFont typeface="Arial"/>
              <a:buNone/>
              <a:defRPr b="0" i="0" sz="72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xml"/><Relationship Id="rId11" Type="http://schemas.openxmlformats.org/officeDocument/2006/relationships/image" Target="../media/image13.png"/><Relationship Id="rId22" Type="http://schemas.openxmlformats.org/officeDocument/2006/relationships/vmlDrawing" Target="../drawings/vmlDrawing1.vml"/><Relationship Id="rId10" Type="http://schemas.openxmlformats.org/officeDocument/2006/relationships/image" Target="../media/image4.png"/><Relationship Id="rId21" Type="http://schemas.openxmlformats.org/officeDocument/2006/relationships/theme" Target="../theme/theme2.xml"/><Relationship Id="rId13" Type="http://schemas.openxmlformats.org/officeDocument/2006/relationships/image" Target="../media/image3.png"/><Relationship Id="rId12" Type="http://schemas.openxmlformats.org/officeDocument/2006/relationships/image" Target="../media/image16.png"/><Relationship Id="rId1" Type="http://schemas.openxmlformats.org/officeDocument/2006/relationships/oleObject" Target="../embeddings/oleObject1.bin"/><Relationship Id="rId2" Type="http://schemas.openxmlformats.org/officeDocument/2006/relationships/oleObject" Target="../embeddings/oleObject1.bin"/><Relationship Id="rId3"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2.jpg"/><Relationship Id="rId15" Type="http://schemas.openxmlformats.org/officeDocument/2006/relationships/oleObject" Target="../embeddings/oleObject3.bin"/><Relationship Id="rId14" Type="http://schemas.openxmlformats.org/officeDocument/2006/relationships/oleObject" Target="../embeddings/oleObject3.bin"/><Relationship Id="rId17" Type="http://schemas.openxmlformats.org/officeDocument/2006/relationships/oleObject" Target="../embeddings/oleObject4.bin"/><Relationship Id="rId16" Type="http://schemas.openxmlformats.org/officeDocument/2006/relationships/image" Target="../media/image7.png"/><Relationship Id="rId5" Type="http://schemas.openxmlformats.org/officeDocument/2006/relationships/oleObject" Target="../embeddings/oleObject2.bin"/><Relationship Id="rId19" Type="http://schemas.openxmlformats.org/officeDocument/2006/relationships/image" Target="../media/image14.png"/><Relationship Id="rId6" Type="http://schemas.openxmlformats.org/officeDocument/2006/relationships/oleObject" Target="../embeddings/oleObject2.bin"/><Relationship Id="rId18" Type="http://schemas.openxmlformats.org/officeDocument/2006/relationships/oleObject" Target="../embeddings/oleObject4.bin"/><Relationship Id="rId7" Type="http://schemas.openxmlformats.org/officeDocument/2006/relationships/image" Target="../media/image5.png"/><Relationship Id="rId8" Type="http://schemas.openxmlformats.org/officeDocument/2006/relationships/hyperlink" Target="http://www.facebook.com/pages/PosterPresentationscom/217914411419?v=app_4949752878&amp;ref=ts" TargetMode="Externa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2.xml"/><Relationship Id="rId11" Type="http://schemas.openxmlformats.org/officeDocument/2006/relationships/oleObject" Target="../embeddings/oleObject7.bin"/><Relationship Id="rId22" Type="http://schemas.openxmlformats.org/officeDocument/2006/relationships/theme" Target="../theme/theme4.xml"/><Relationship Id="rId10" Type="http://schemas.openxmlformats.org/officeDocument/2006/relationships/image" Target="../media/image14.png"/><Relationship Id="rId21" Type="http://schemas.openxmlformats.org/officeDocument/2006/relationships/slideLayout" Target="../slideLayouts/slideLayout3.xml"/><Relationship Id="rId13" Type="http://schemas.openxmlformats.org/officeDocument/2006/relationships/image" Target="../media/image1.png"/><Relationship Id="rId12" Type="http://schemas.openxmlformats.org/officeDocument/2006/relationships/oleObject" Target="../embeddings/oleObject7.bin"/><Relationship Id="rId23" Type="http://schemas.openxmlformats.org/officeDocument/2006/relationships/vmlDrawing" Target="../drawings/vmlDrawing2.vml"/><Relationship Id="rId1" Type="http://schemas.openxmlformats.org/officeDocument/2006/relationships/image" Target="../media/image4.png"/><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oleObject" Target="../embeddings/oleObject6.bin"/><Relationship Id="rId15" Type="http://schemas.openxmlformats.org/officeDocument/2006/relationships/oleObject" Target="../embeddings/oleObject8.bin"/><Relationship Id="rId14" Type="http://schemas.openxmlformats.org/officeDocument/2006/relationships/image" Target="../media/image6.png"/><Relationship Id="rId17" Type="http://schemas.openxmlformats.org/officeDocument/2006/relationships/image" Target="../media/image5.png"/><Relationship Id="rId16" Type="http://schemas.openxmlformats.org/officeDocument/2006/relationships/oleObject" Target="../embeddings/oleObject8.bin"/><Relationship Id="rId5" Type="http://schemas.openxmlformats.org/officeDocument/2006/relationships/oleObject" Target="../embeddings/oleObject5.bin"/><Relationship Id="rId19" Type="http://schemas.openxmlformats.org/officeDocument/2006/relationships/image" Target="../media/image2.jpg"/><Relationship Id="rId6" Type="http://schemas.openxmlformats.org/officeDocument/2006/relationships/oleObject" Target="../embeddings/oleObject5.bin"/><Relationship Id="rId18" Type="http://schemas.openxmlformats.org/officeDocument/2006/relationships/hyperlink" Target="http://www.facebook.com/pages/PosterPresentationscom/217914411419?v=app_4949752878&amp;ref=ts" TargetMode="External"/><Relationship Id="rId7" Type="http://schemas.openxmlformats.org/officeDocument/2006/relationships/image" Target="../media/image7.png"/><Relationship Id="rId8" Type="http://schemas.openxmlformats.org/officeDocument/2006/relationships/oleObject" Target="../embeddings/oleObject6.bin"/></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4.xml"/><Relationship Id="rId11" Type="http://schemas.openxmlformats.org/officeDocument/2006/relationships/image" Target="../media/image13.png"/><Relationship Id="rId22" Type="http://schemas.openxmlformats.org/officeDocument/2006/relationships/theme" Target="../theme/theme1.xml"/><Relationship Id="rId10" Type="http://schemas.openxmlformats.org/officeDocument/2006/relationships/image" Target="../media/image4.png"/><Relationship Id="rId21" Type="http://schemas.openxmlformats.org/officeDocument/2006/relationships/slideLayout" Target="../slideLayouts/slideLayout5.xml"/><Relationship Id="rId13" Type="http://schemas.openxmlformats.org/officeDocument/2006/relationships/image" Target="../media/image3.png"/><Relationship Id="rId12" Type="http://schemas.openxmlformats.org/officeDocument/2006/relationships/image" Target="../media/image16.png"/><Relationship Id="rId23" Type="http://schemas.openxmlformats.org/officeDocument/2006/relationships/vmlDrawing" Target="../drawings/vmlDrawing3.vml"/><Relationship Id="rId1" Type="http://schemas.openxmlformats.org/officeDocument/2006/relationships/oleObject" Target="../embeddings/oleObject9.bin"/><Relationship Id="rId2" Type="http://schemas.openxmlformats.org/officeDocument/2006/relationships/oleObject" Target="../embeddings/oleObject9.bin"/><Relationship Id="rId3"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2.jpg"/><Relationship Id="rId15" Type="http://schemas.openxmlformats.org/officeDocument/2006/relationships/oleObject" Target="../embeddings/oleObject11.bin"/><Relationship Id="rId14" Type="http://schemas.openxmlformats.org/officeDocument/2006/relationships/oleObject" Target="../embeddings/oleObject11.bin"/><Relationship Id="rId17" Type="http://schemas.openxmlformats.org/officeDocument/2006/relationships/oleObject" Target="../embeddings/oleObject12.bin"/><Relationship Id="rId16" Type="http://schemas.openxmlformats.org/officeDocument/2006/relationships/image" Target="../media/image7.png"/><Relationship Id="rId5" Type="http://schemas.openxmlformats.org/officeDocument/2006/relationships/oleObject" Target="../embeddings/oleObject10.bin"/><Relationship Id="rId19" Type="http://schemas.openxmlformats.org/officeDocument/2006/relationships/image" Target="../media/image14.png"/><Relationship Id="rId6" Type="http://schemas.openxmlformats.org/officeDocument/2006/relationships/oleObject" Target="../embeddings/oleObject10.bin"/><Relationship Id="rId18" Type="http://schemas.openxmlformats.org/officeDocument/2006/relationships/oleObject" Target="../embeddings/oleObject12.bin"/><Relationship Id="rId7" Type="http://schemas.openxmlformats.org/officeDocument/2006/relationships/image" Target="../media/image5.png"/><Relationship Id="rId8" Type="http://schemas.openxmlformats.org/officeDocument/2006/relationships/hyperlink" Target="http://www.facebook.com/pages/PosterPresentationscom/217914411419?v=app_4949752878&amp;ref=ts" TargetMode="Externa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nvSpPr>
        <p:spPr>
          <a:xfrm>
            <a:off x="1484177" y="32232601"/>
            <a:ext cx="2514600" cy="336819"/>
          </a:xfrm>
          <a:prstGeom prst="rect">
            <a:avLst/>
          </a:prstGeom>
          <a:noFill/>
          <a:ln>
            <a:noFill/>
          </a:ln>
        </p:spPr>
        <p:txBody>
          <a:bodyPr anchorCtr="0" anchor="t" bIns="45600" lIns="91250" spcFirstLastPara="1" rIns="91250" wrap="square" tIns="45600">
            <a:spAutoFit/>
          </a:bodyPr>
          <a:lstStyle/>
          <a:p>
            <a:pPr indent="0" lvl="0" marL="0" marR="0" rtl="0" algn="l">
              <a:lnSpc>
                <a:spcPct val="65000"/>
              </a:lnSpc>
              <a:spcBef>
                <a:spcPts val="0"/>
              </a:spcBef>
              <a:spcAft>
                <a:spcPts val="0"/>
              </a:spcAft>
              <a:buNone/>
            </a:pPr>
            <a:r>
              <a:rPr b="1" i="0" lang="en-US" sz="500" u="none" cap="none" strike="noStrike">
                <a:solidFill>
                  <a:srgbClr val="BFBFBF"/>
                </a:solidFill>
                <a:latin typeface="Arial"/>
                <a:ea typeface="Arial"/>
                <a:cs typeface="Arial"/>
                <a:sym typeface="Arial"/>
              </a:rPr>
              <a:t>RESEARCH POSTER PRESENTATION DESIGN © 2012</a:t>
            </a:r>
            <a:endParaRPr/>
          </a:p>
          <a:p>
            <a:pPr indent="0" lvl="0" marL="0" marR="0" rtl="0" algn="l">
              <a:lnSpc>
                <a:spcPct val="65000"/>
              </a:lnSpc>
              <a:spcBef>
                <a:spcPts val="550"/>
              </a:spcBef>
              <a:spcAft>
                <a:spcPts val="0"/>
              </a:spcAft>
              <a:buNone/>
            </a:pPr>
            <a:r>
              <a:rPr b="1" i="0" lang="en-US" sz="1100" u="none" cap="none" strike="noStrike">
                <a:solidFill>
                  <a:srgbClr val="BFBFBF"/>
                </a:solidFill>
                <a:latin typeface="Arial"/>
                <a:ea typeface="Arial"/>
                <a:cs typeface="Arial"/>
                <a:sym typeface="Arial"/>
              </a:rPr>
              <a:t>www.PosterPresentations.com</a:t>
            </a:r>
            <a:endParaRPr/>
          </a:p>
        </p:txBody>
      </p:sp>
      <p:grpSp>
        <p:nvGrpSpPr>
          <p:cNvPr id="11" name="Google Shape;11;p2"/>
          <p:cNvGrpSpPr/>
          <p:nvPr/>
        </p:nvGrpSpPr>
        <p:grpSpPr>
          <a:xfrm>
            <a:off x="44157839" y="-55065"/>
            <a:ext cx="11062139" cy="32973465"/>
            <a:chOff x="44157839" y="-55065"/>
            <a:chExt cx="11062139" cy="32973465"/>
          </a:xfrm>
        </p:grpSpPr>
        <p:sp>
          <p:nvSpPr>
            <p:cNvPr id="12" name="Google Shape;12;p2"/>
            <p:cNvSpPr/>
            <p:nvPr/>
          </p:nvSpPr>
          <p:spPr>
            <a:xfrm>
              <a:off x="44157839" y="-55065"/>
              <a:ext cx="11062139" cy="32973465"/>
            </a:xfrm>
            <a:prstGeom prst="rect">
              <a:avLst/>
            </a:prstGeom>
            <a:solidFill>
              <a:srgbClr val="0C0C0C"/>
            </a:solidFill>
            <a:ln>
              <a:noFill/>
            </a:ln>
          </p:spPr>
          <p:txBody>
            <a:bodyPr anchorCtr="0" anchor="t" bIns="0" lIns="457200" spcFirstLastPara="1" rIns="457200" wrap="square" tIns="457200">
              <a:noAutofit/>
            </a:bodyPr>
            <a:lstStyle/>
            <a:p>
              <a:pPr indent="0" lvl="0" marL="0" marR="0" rtl="0" algn="ctr">
                <a:spcBef>
                  <a:spcPts val="0"/>
                </a:spcBef>
                <a:spcAft>
                  <a:spcPts val="0"/>
                </a:spcAft>
                <a:buNone/>
              </a:pPr>
              <a:r>
                <a:rPr b="1" i="0" lang="en-US" sz="4000" u="none" cap="none" strike="noStrike">
                  <a:solidFill>
                    <a:schemeClr val="lt1"/>
                  </a:solidFill>
                  <a:latin typeface="Trebuchet MS"/>
                  <a:ea typeface="Trebuchet MS"/>
                  <a:cs typeface="Trebuchet MS"/>
                  <a:sym typeface="Trebuchet MS"/>
                </a:rPr>
                <a:t>QUICK START (cont.)</a:t>
              </a:r>
              <a:endParaRPr/>
            </a:p>
            <a:p>
              <a:pPr indent="0" lvl="0" marL="0" marR="0" rtl="0" algn="ctr">
                <a:spcBef>
                  <a:spcPts val="0"/>
                </a:spcBef>
                <a:spcAft>
                  <a:spcPts val="0"/>
                </a:spcAft>
                <a:buNone/>
              </a:pPr>
              <a:r>
                <a:t/>
              </a:r>
              <a:endParaRPr b="1" i="0" sz="3600" u="none" cap="none" strike="noStrike">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b="1" i="0" lang="en-US" sz="3200" u="none" cap="none" strike="noStrike">
                  <a:solidFill>
                    <a:srgbClr val="FFC000"/>
                  </a:solidFill>
                  <a:latin typeface="Trebuchet MS"/>
                  <a:ea typeface="Trebuchet MS"/>
                  <a:cs typeface="Trebuchet MS"/>
                  <a:sym typeface="Trebuchet MS"/>
                </a:rPr>
                <a:t>How to change the template color theme</a:t>
              </a:r>
              <a:endParaRPr/>
            </a:p>
            <a:p>
              <a:pPr indent="0" lvl="2" marL="0" marR="0" rtl="0" algn="l">
                <a:lnSpc>
                  <a:spcPct val="100000"/>
                </a:lnSpc>
                <a:spcBef>
                  <a:spcPts val="0"/>
                </a:spcBef>
                <a:spcAft>
                  <a:spcPts val="0"/>
                </a:spcAft>
                <a:buClr>
                  <a:srgbClr val="BFBFBF"/>
                </a:buClr>
                <a:buSzPts val="2400"/>
                <a:buFont typeface="Trebuchet MS"/>
                <a:buNone/>
              </a:pPr>
              <a:r>
                <a:rPr b="0" i="0" lang="en-US" sz="2400" u="none" cap="none" strike="noStrike">
                  <a:solidFill>
                    <a:srgbClr val="BFBFBF"/>
                  </a:solidFill>
                  <a:latin typeface="Trebuchet MS"/>
                  <a:ea typeface="Trebuchet MS"/>
                  <a:cs typeface="Trebuchet MS"/>
                  <a:sym typeface="Trebuchet MS"/>
                </a:rPr>
                <a:t>You can easily change the color theme of your poster by going to the DESIGN menu, click on COLORS, and choose the color theme of your choice. You can also create your own color theme.</a:t>
              </a:r>
              <a:endParaRPr/>
            </a:p>
            <a:p>
              <a:pPr indent="0" lvl="2" marL="0" marR="0" rtl="0" algn="l">
                <a:lnSpc>
                  <a:spcPct val="100000"/>
                </a:lnSpc>
                <a:spcBef>
                  <a:spcPts val="0"/>
                </a:spcBef>
                <a:spcAft>
                  <a:spcPts val="0"/>
                </a:spcAft>
                <a:buClr>
                  <a:schemeClr val="lt1"/>
                </a:buClr>
                <a:buSzPts val="2400"/>
                <a:buFont typeface="Calibri"/>
                <a:buNone/>
              </a:pPr>
              <a:r>
                <a:t/>
              </a:r>
              <a:endParaRPr b="0" i="0" sz="2400" u="none" cap="none" strike="noStrike">
                <a:solidFill>
                  <a:srgbClr val="BFBFBF"/>
                </a:solidFill>
                <a:latin typeface="Trebuchet MS"/>
                <a:ea typeface="Trebuchet MS"/>
                <a:cs typeface="Trebuchet MS"/>
                <a:sym typeface="Trebuchet MS"/>
              </a:endParaRPr>
            </a:p>
            <a:p>
              <a:pPr indent="0" lvl="0" marL="0" marR="0" rtl="0" algn="l">
                <a:spcBef>
                  <a:spcPts val="0"/>
                </a:spcBef>
                <a:spcAft>
                  <a:spcPts val="0"/>
                </a:spcAft>
                <a:buNone/>
              </a:pPr>
              <a:r>
                <a:t/>
              </a:r>
              <a:endParaRPr b="0" i="0" sz="2400" u="none" cap="none" strike="noStrike">
                <a:solidFill>
                  <a:srgbClr val="BFBFBF"/>
                </a:solidFill>
                <a:latin typeface="Trebuchet MS"/>
                <a:ea typeface="Trebuchet MS"/>
                <a:cs typeface="Trebuchet MS"/>
                <a:sym typeface="Trebuchet MS"/>
              </a:endParaRPr>
            </a:p>
            <a:p>
              <a:pPr indent="0" lvl="0" marL="0" marR="0" rtl="0" algn="l">
                <a:spcBef>
                  <a:spcPts val="0"/>
                </a:spcBef>
                <a:spcAft>
                  <a:spcPts val="0"/>
                </a:spcAft>
                <a:buNone/>
              </a:pPr>
              <a:r>
                <a:t/>
              </a:r>
              <a:endParaRPr b="0" i="0" sz="2400" u="none" cap="none" strike="noStrike">
                <a:solidFill>
                  <a:srgbClr val="BFBFBF"/>
                </a:solidFill>
                <a:latin typeface="Trebuchet MS"/>
                <a:ea typeface="Trebuchet MS"/>
                <a:cs typeface="Trebuchet MS"/>
                <a:sym typeface="Trebuchet MS"/>
              </a:endParaRPr>
            </a:p>
            <a:p>
              <a:pPr indent="0" lvl="0" marL="0" marR="0" rtl="0" algn="l">
                <a:spcBef>
                  <a:spcPts val="0"/>
                </a:spcBef>
                <a:spcAft>
                  <a:spcPts val="0"/>
                </a:spcAft>
                <a:buNone/>
              </a:pPr>
              <a:r>
                <a:t/>
              </a:r>
              <a:endParaRPr b="0" i="0" sz="2400" u="none" cap="none" strike="noStrike">
                <a:solidFill>
                  <a:srgbClr val="BFBFBF"/>
                </a:solidFill>
                <a:latin typeface="Trebuchet MS"/>
                <a:ea typeface="Trebuchet MS"/>
                <a:cs typeface="Trebuchet MS"/>
                <a:sym typeface="Trebuchet MS"/>
              </a:endParaRPr>
            </a:p>
            <a:p>
              <a:pPr indent="0" lvl="0" marL="0" marR="0" rtl="0" algn="l">
                <a:spcBef>
                  <a:spcPts val="0"/>
                </a:spcBef>
                <a:spcAft>
                  <a:spcPts val="0"/>
                </a:spcAft>
                <a:buNone/>
              </a:pPr>
              <a:r>
                <a:t/>
              </a:r>
              <a:endParaRPr b="0" i="0" sz="2400" u="none" cap="none" strike="noStrike">
                <a:solidFill>
                  <a:srgbClr val="BFBFBF"/>
                </a:solidFill>
                <a:latin typeface="Trebuchet MS"/>
                <a:ea typeface="Trebuchet MS"/>
                <a:cs typeface="Trebuchet MS"/>
                <a:sym typeface="Trebuchet MS"/>
              </a:endParaRPr>
            </a:p>
            <a:p>
              <a:pPr indent="0" lvl="0" marL="0" marR="0" rtl="0" algn="l">
                <a:spcBef>
                  <a:spcPts val="0"/>
                </a:spcBef>
                <a:spcAft>
                  <a:spcPts val="0"/>
                </a:spcAft>
                <a:buNone/>
              </a:pPr>
              <a:r>
                <a:t/>
              </a:r>
              <a:endParaRPr b="0" i="0" sz="2400" u="none" cap="none" strike="noStrike">
                <a:solidFill>
                  <a:srgbClr val="BFBFBF"/>
                </a:solidFill>
                <a:latin typeface="Trebuchet MS"/>
                <a:ea typeface="Trebuchet MS"/>
                <a:cs typeface="Trebuchet MS"/>
                <a:sym typeface="Trebuchet MS"/>
              </a:endParaRPr>
            </a:p>
            <a:p>
              <a:pPr indent="0" lvl="0" marL="0" marR="0" rtl="0" algn="l">
                <a:spcBef>
                  <a:spcPts val="0"/>
                </a:spcBef>
                <a:spcAft>
                  <a:spcPts val="0"/>
                </a:spcAft>
                <a:buNone/>
              </a:pPr>
              <a:r>
                <a:t/>
              </a:r>
              <a:endParaRPr b="0" i="0" sz="2400" u="none" cap="none" strike="noStrike">
                <a:solidFill>
                  <a:srgbClr val="BFBFBF"/>
                </a:solidFill>
                <a:latin typeface="Trebuchet MS"/>
                <a:ea typeface="Trebuchet MS"/>
                <a:cs typeface="Trebuchet MS"/>
                <a:sym typeface="Trebuchet MS"/>
              </a:endParaRPr>
            </a:p>
            <a:p>
              <a:pPr indent="0" lvl="0" marL="0" marR="0" rtl="0" algn="l">
                <a:spcBef>
                  <a:spcPts val="0"/>
                </a:spcBef>
                <a:spcAft>
                  <a:spcPts val="0"/>
                </a:spcAft>
                <a:buNone/>
              </a:pPr>
              <a:r>
                <a:rPr b="0" i="0" lang="en-US" sz="2400" u="none" cap="none" strike="noStrike">
                  <a:solidFill>
                    <a:srgbClr val="BFBFBF"/>
                  </a:solidFill>
                  <a:latin typeface="Trebuchet MS"/>
                  <a:ea typeface="Trebuchet MS"/>
                  <a:cs typeface="Trebuchet MS"/>
                  <a:sym typeface="Trebuchet MS"/>
                </a:rPr>
                <a:t>You can also manually change the color of your background by going to VIEW &gt; SLIDE MASTER.  After you finish working on the master be sure to go to VIEW &gt; NORMAL to continue working on your poster.</a:t>
              </a:r>
              <a:endParaRPr/>
            </a:p>
            <a:p>
              <a:pPr indent="0" lvl="0" marL="0" marR="0" rtl="0" algn="l">
                <a:spcBef>
                  <a:spcPts val="0"/>
                </a:spcBef>
                <a:spcAft>
                  <a:spcPts val="0"/>
                </a:spcAft>
                <a:buNone/>
              </a:pPr>
              <a:r>
                <a:t/>
              </a:r>
              <a:endParaRPr b="0" i="0" sz="2400" u="none" cap="none" strike="noStrike">
                <a:solidFill>
                  <a:srgbClr val="BFBFBF"/>
                </a:solidFill>
                <a:latin typeface="Trebuchet MS"/>
                <a:ea typeface="Trebuchet MS"/>
                <a:cs typeface="Trebuchet MS"/>
                <a:sym typeface="Trebuchet MS"/>
              </a:endParaRPr>
            </a:p>
            <a:p>
              <a:pPr indent="0" lvl="0" marL="0" marR="0" rtl="0" algn="ctr">
                <a:spcBef>
                  <a:spcPts val="0"/>
                </a:spcBef>
                <a:spcAft>
                  <a:spcPts val="0"/>
                </a:spcAft>
                <a:buNone/>
              </a:pPr>
              <a:r>
                <a:rPr b="1" i="0" lang="en-US" sz="3200" u="none" cap="none" strike="noStrike">
                  <a:solidFill>
                    <a:srgbClr val="FFC000"/>
                  </a:solidFill>
                  <a:latin typeface="Trebuchet MS"/>
                  <a:ea typeface="Trebuchet MS"/>
                  <a:cs typeface="Trebuchet MS"/>
                  <a:sym typeface="Trebuchet MS"/>
                </a:rPr>
                <a:t>How to add Text</a:t>
              </a:r>
              <a:endParaRPr/>
            </a:p>
            <a:p>
              <a:pPr indent="0" lvl="2" marL="3265488" marR="0" rtl="0" algn="l">
                <a:spcBef>
                  <a:spcPts val="0"/>
                </a:spcBef>
                <a:spcAft>
                  <a:spcPts val="0"/>
                </a:spcAft>
                <a:buNone/>
              </a:pPr>
              <a:r>
                <a:rPr b="0" i="0" lang="en-US" sz="2400" u="none" cap="none" strike="noStrike">
                  <a:solidFill>
                    <a:srgbClr val="BFBFBF"/>
                  </a:solidFill>
                  <a:latin typeface="Trebuchet MS"/>
                  <a:ea typeface="Trebuchet MS"/>
                  <a:cs typeface="Trebuchet MS"/>
                  <a:sym typeface="Trebuchet MS"/>
                </a:rPr>
                <a:t>The template comes with a number of pre-formatted placeholders for headers and text blocks. You can add more blocks by copying and pasting the existing ones or by adding a text box from the HOME menu. </a:t>
              </a:r>
              <a:endParaRPr/>
            </a:p>
            <a:p>
              <a:pPr indent="0" lvl="2" marL="1518341" marR="0" rtl="0" algn="l">
                <a:spcBef>
                  <a:spcPts val="0"/>
                </a:spcBef>
                <a:spcAft>
                  <a:spcPts val="0"/>
                </a:spcAft>
                <a:buNone/>
              </a:pPr>
              <a:r>
                <a:t/>
              </a:r>
              <a:endParaRPr b="0" i="0" sz="2400" u="none" cap="none" strike="noStrike">
                <a:solidFill>
                  <a:srgbClr val="BFBFBF"/>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BFBFBF"/>
                </a:buClr>
                <a:buSzPts val="2400"/>
                <a:buFont typeface="Trebuchet MS"/>
                <a:buNone/>
              </a:pPr>
              <a:r>
                <a:rPr b="0" i="0" lang="en-US" sz="2400" u="none" cap="none" strike="noStrike">
                  <a:solidFill>
                    <a:srgbClr val="BFBFBF"/>
                  </a:solidFill>
                  <a:latin typeface="Trebuchet MS"/>
                  <a:ea typeface="Trebuchet MS"/>
                  <a:cs typeface="Trebuchet MS"/>
                  <a:sym typeface="Trebuchet MS"/>
                </a:rPr>
                <a:t> </a:t>
              </a:r>
              <a:r>
                <a:rPr b="1" i="0" lang="en-US" sz="3200" u="none" cap="none" strike="noStrike">
                  <a:solidFill>
                    <a:srgbClr val="FFC000"/>
                  </a:solidFill>
                  <a:latin typeface="Trebuchet MS"/>
                  <a:ea typeface="Trebuchet MS"/>
                  <a:cs typeface="Trebuchet MS"/>
                  <a:sym typeface="Trebuchet MS"/>
                </a:rPr>
                <a:t>Text size</a:t>
              </a:r>
              <a:endParaRPr/>
            </a:p>
            <a:p>
              <a:pPr indent="0" lvl="0" marL="0" marR="0" rtl="0" algn="l">
                <a:lnSpc>
                  <a:spcPct val="100000"/>
                </a:lnSpc>
                <a:spcBef>
                  <a:spcPts val="0"/>
                </a:spcBef>
                <a:spcAft>
                  <a:spcPts val="0"/>
                </a:spcAft>
                <a:buClr>
                  <a:srgbClr val="BFBFBF"/>
                </a:buClr>
                <a:buSzPts val="2400"/>
                <a:buFont typeface="Trebuchet MS"/>
                <a:buNone/>
              </a:pPr>
              <a:r>
                <a:rPr b="0" i="0" lang="en-US" sz="2400" u="none" cap="none" strike="noStrike">
                  <a:solidFill>
                    <a:srgbClr val="BFBFBF"/>
                  </a:solidFill>
                  <a:latin typeface="Trebuchet MS"/>
                  <a:ea typeface="Trebuchet MS"/>
                  <a:cs typeface="Trebuchet MS"/>
                  <a:sym typeface="Trebuchet MS"/>
                </a:rPr>
                <a:t>Adjust the size of your text based on how much content you have to present. The default template text offers a good starting point. Follow the conference requirements.</a:t>
              </a:r>
              <a:endParaRPr b="0" i="0" sz="2400" u="none" cap="none" strike="noStrike">
                <a:solidFill>
                  <a:srgbClr val="BFBFBF"/>
                </a:solidFill>
                <a:latin typeface="Trebuchet MS"/>
                <a:ea typeface="Trebuchet MS"/>
                <a:cs typeface="Trebuchet MS"/>
                <a:sym typeface="Trebuchet MS"/>
              </a:endParaRPr>
            </a:p>
            <a:p>
              <a:pPr indent="0" lvl="2" marL="1518341" marR="0" rtl="0" algn="l">
                <a:spcBef>
                  <a:spcPts val="0"/>
                </a:spcBef>
                <a:spcAft>
                  <a:spcPts val="0"/>
                </a:spcAft>
                <a:buNone/>
              </a:pPr>
              <a:r>
                <a:t/>
              </a:r>
              <a:endParaRPr b="0" i="0" sz="2400" u="none" cap="none" strike="noStrike">
                <a:solidFill>
                  <a:srgbClr val="BFBFBF"/>
                </a:solidFill>
                <a:latin typeface="Trebuchet MS"/>
                <a:ea typeface="Trebuchet MS"/>
                <a:cs typeface="Trebuchet MS"/>
                <a:sym typeface="Trebuchet MS"/>
              </a:endParaRPr>
            </a:p>
            <a:p>
              <a:pPr indent="0" lvl="0" marL="0" marR="0" rtl="0" algn="ctr">
                <a:spcBef>
                  <a:spcPts val="0"/>
                </a:spcBef>
                <a:spcAft>
                  <a:spcPts val="0"/>
                </a:spcAft>
                <a:buNone/>
              </a:pPr>
              <a:r>
                <a:rPr b="1" i="0" lang="en-US" sz="3200" u="none" cap="none" strike="noStrike">
                  <a:solidFill>
                    <a:srgbClr val="FFC000"/>
                  </a:solidFill>
                  <a:latin typeface="Trebuchet MS"/>
                  <a:ea typeface="Trebuchet MS"/>
                  <a:cs typeface="Trebuchet MS"/>
                  <a:sym typeface="Trebuchet MS"/>
                </a:rPr>
                <a:t>How to add Tables</a:t>
              </a:r>
              <a:endParaRPr/>
            </a:p>
            <a:p>
              <a:pPr indent="0" lvl="1" marL="1730375" marR="0" rtl="0" algn="l">
                <a:spcBef>
                  <a:spcPts val="0"/>
                </a:spcBef>
                <a:spcAft>
                  <a:spcPts val="0"/>
                </a:spcAft>
                <a:buNone/>
              </a:pPr>
              <a:r>
                <a:rPr b="0" i="0" lang="en-US" sz="2400" u="none" cap="none" strike="noStrike">
                  <a:solidFill>
                    <a:srgbClr val="BFBFBF"/>
                  </a:solidFill>
                  <a:latin typeface="Trebuchet MS"/>
                  <a:ea typeface="Trebuchet MS"/>
                  <a:cs typeface="Trebuchet MS"/>
                  <a:sym typeface="Trebuchet MS"/>
                </a:rPr>
                <a:t>To add a table from scratch go to the INSERT menu and </a:t>
              </a:r>
              <a:br>
                <a:rPr b="0" i="0" lang="en-US" sz="2400" u="none" cap="none" strike="noStrike">
                  <a:solidFill>
                    <a:srgbClr val="BFBFBF"/>
                  </a:solidFill>
                  <a:latin typeface="Trebuchet MS"/>
                  <a:ea typeface="Trebuchet MS"/>
                  <a:cs typeface="Trebuchet MS"/>
                  <a:sym typeface="Trebuchet MS"/>
                </a:rPr>
              </a:br>
              <a:r>
                <a:rPr b="0" i="0" lang="en-US" sz="2400" u="none" cap="none" strike="noStrike">
                  <a:solidFill>
                    <a:srgbClr val="BFBFBF"/>
                  </a:solidFill>
                  <a:latin typeface="Trebuchet MS"/>
                  <a:ea typeface="Trebuchet MS"/>
                  <a:cs typeface="Trebuchet MS"/>
                  <a:sym typeface="Trebuchet MS"/>
                </a:rPr>
                <a:t>click on TABLE. A drop-down box will help you select rows and columns. </a:t>
              </a:r>
              <a:endParaRPr/>
            </a:p>
            <a:p>
              <a:pPr indent="0" lvl="0" marL="0" marR="0" rtl="0" algn="l">
                <a:spcBef>
                  <a:spcPts val="0"/>
                </a:spcBef>
                <a:spcAft>
                  <a:spcPts val="0"/>
                </a:spcAft>
                <a:buNone/>
              </a:pPr>
              <a:r>
                <a:rPr b="0" i="0" lang="en-US" sz="2400" u="none" cap="none" strike="noStrike">
                  <a:solidFill>
                    <a:srgbClr val="BFBFBF"/>
                  </a:solidFill>
                  <a:latin typeface="Trebuchet MS"/>
                  <a:ea typeface="Trebuchet MS"/>
                  <a:cs typeface="Trebuchet MS"/>
                  <a:sym typeface="Trebuchet MS"/>
                </a:rPr>
                <a:t>You can also copy and a paste a table from Word or another PowerPoint document. A pasted table may need to be re-formatted by RIGHT-CLICK &gt; FORMAT SHAPE, TEXT BOX, Margins.</a:t>
              </a:r>
              <a:endParaRPr/>
            </a:p>
            <a:p>
              <a:pPr indent="0" lvl="0" marL="0" marR="0" rtl="0" algn="l">
                <a:spcBef>
                  <a:spcPts val="0"/>
                </a:spcBef>
                <a:spcAft>
                  <a:spcPts val="0"/>
                </a:spcAft>
                <a:buNone/>
              </a:pPr>
              <a:r>
                <a:t/>
              </a:r>
              <a:endParaRPr b="0" i="0" sz="2400" u="none" cap="none" strike="noStrike">
                <a:solidFill>
                  <a:srgbClr val="BFBFBF"/>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FFC000"/>
                </a:buClr>
                <a:buSzPts val="3200"/>
                <a:buFont typeface="Trebuchet MS"/>
                <a:buNone/>
              </a:pPr>
              <a:r>
                <a:rPr b="1" i="0" lang="en-US" sz="3200" u="none" cap="none" strike="noStrike">
                  <a:solidFill>
                    <a:srgbClr val="FFC000"/>
                  </a:solidFill>
                  <a:latin typeface="Trebuchet MS"/>
                  <a:ea typeface="Trebuchet MS"/>
                  <a:cs typeface="Trebuchet MS"/>
                  <a:sym typeface="Trebuchet MS"/>
                </a:rPr>
                <a:t>Graphs / Charts</a:t>
              </a:r>
              <a:endParaRPr/>
            </a:p>
            <a:p>
              <a:pPr indent="0" lvl="0" marL="0" marR="0" rtl="0" algn="l">
                <a:lnSpc>
                  <a:spcPct val="100000"/>
                </a:lnSpc>
                <a:spcBef>
                  <a:spcPts val="0"/>
                </a:spcBef>
                <a:spcAft>
                  <a:spcPts val="0"/>
                </a:spcAft>
                <a:buClr>
                  <a:srgbClr val="BFBFBF"/>
                </a:buClr>
                <a:buSzPts val="2400"/>
                <a:buFont typeface="Trebuchet MS"/>
                <a:buNone/>
              </a:pPr>
              <a:r>
                <a:rPr b="0" i="0" lang="en-US" sz="2400" u="none" cap="none" strike="noStrike">
                  <a:solidFill>
                    <a:srgbClr val="BFBFBF"/>
                  </a:solidFill>
                  <a:latin typeface="Trebuchet MS"/>
                  <a:ea typeface="Trebuchet MS"/>
                  <a:cs typeface="Trebuchet MS"/>
                  <a:sym typeface="Trebuchet MS"/>
                </a:rPr>
                <a:t>You can simply copy and paste charts and graphs from Excel or Word. Some reformatting may be required depending on how the original document has been created.</a:t>
              </a:r>
              <a:endParaRPr/>
            </a:p>
            <a:p>
              <a:pPr indent="0" lvl="0" marL="0" marR="0" rtl="0" algn="l">
                <a:lnSpc>
                  <a:spcPct val="100000"/>
                </a:lnSpc>
                <a:spcBef>
                  <a:spcPts val="0"/>
                </a:spcBef>
                <a:spcAft>
                  <a:spcPts val="0"/>
                </a:spcAft>
                <a:buClr>
                  <a:schemeClr val="lt1"/>
                </a:buClr>
                <a:buSzPts val="2400"/>
                <a:buFont typeface="Calibri"/>
                <a:buNone/>
              </a:pPr>
              <a:r>
                <a:t/>
              </a:r>
              <a:endParaRPr b="0" i="0" sz="2400" u="none" cap="none" strike="noStrike">
                <a:solidFill>
                  <a:srgbClr val="BFBFBF"/>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FFC000"/>
                </a:buClr>
                <a:buSzPts val="3200"/>
                <a:buFont typeface="Trebuchet MS"/>
                <a:buNone/>
              </a:pPr>
              <a:r>
                <a:rPr b="1" i="0" lang="en-US" sz="3200" u="none" cap="none" strike="noStrike">
                  <a:solidFill>
                    <a:srgbClr val="FFC000"/>
                  </a:solidFill>
                  <a:latin typeface="Trebuchet MS"/>
                  <a:ea typeface="Trebuchet MS"/>
                  <a:cs typeface="Trebuchet MS"/>
                  <a:sym typeface="Trebuchet MS"/>
                </a:rPr>
                <a:t>How to change the column configuration</a:t>
              </a:r>
              <a:endParaRPr/>
            </a:p>
            <a:p>
              <a:pPr indent="0" lvl="0" marL="0" marR="0" rtl="0" algn="l">
                <a:lnSpc>
                  <a:spcPct val="100000"/>
                </a:lnSpc>
                <a:spcBef>
                  <a:spcPts val="0"/>
                </a:spcBef>
                <a:spcAft>
                  <a:spcPts val="0"/>
                </a:spcAft>
                <a:buClr>
                  <a:srgbClr val="BFBFBF"/>
                </a:buClr>
                <a:buSzPts val="2400"/>
                <a:buFont typeface="Trebuchet MS"/>
                <a:buNone/>
              </a:pPr>
              <a:r>
                <a:rPr b="0" i="0" lang="en-US" sz="2400" u="none" cap="none" strike="noStrike">
                  <a:solidFill>
                    <a:srgbClr val="BFBFBF"/>
                  </a:solidFill>
                  <a:latin typeface="Trebuchet MS"/>
                  <a:ea typeface="Trebuchet MS"/>
                  <a:cs typeface="Trebuchet MS"/>
                  <a:sym typeface="Trebuchet MS"/>
                </a:rPr>
                <a:t>RIGHT-CLICK on the poster background and select LAYOUT to see the column options available for this template. The poster columns can also be customized on the Master. VIEW &gt; MASTER.</a:t>
              </a:r>
              <a:endParaRPr/>
            </a:p>
            <a:p>
              <a:pPr indent="0" lvl="0" marL="0" marR="0" rtl="0" algn="ctr">
                <a:lnSpc>
                  <a:spcPct val="100000"/>
                </a:lnSpc>
                <a:spcBef>
                  <a:spcPts val="0"/>
                </a:spcBef>
                <a:spcAft>
                  <a:spcPts val="0"/>
                </a:spcAft>
                <a:buClr>
                  <a:schemeClr val="lt1"/>
                </a:buClr>
                <a:buSzPts val="3200"/>
                <a:buFont typeface="Calibri"/>
                <a:buNone/>
              </a:pPr>
              <a:r>
                <a:t/>
              </a:r>
              <a:endParaRPr b="1" i="0" sz="3200" u="none" cap="none" strike="noStrike">
                <a:solidFill>
                  <a:srgbClr val="FFC000"/>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FFC000"/>
                </a:buClr>
                <a:buSzPts val="3200"/>
                <a:buFont typeface="Trebuchet MS"/>
                <a:buNone/>
              </a:pPr>
              <a:r>
                <a:rPr b="1" i="0" lang="en-US" sz="3200" u="none" cap="none" strike="noStrike">
                  <a:solidFill>
                    <a:srgbClr val="FFC000"/>
                  </a:solidFill>
                  <a:latin typeface="Trebuchet MS"/>
                  <a:ea typeface="Trebuchet MS"/>
                  <a:cs typeface="Trebuchet MS"/>
                  <a:sym typeface="Trebuchet MS"/>
                </a:rPr>
                <a:t>How to remove the info bars</a:t>
              </a:r>
              <a:endParaRPr/>
            </a:p>
            <a:p>
              <a:pPr indent="0" lvl="0" marL="0" marR="0" rtl="0" algn="l">
                <a:lnSpc>
                  <a:spcPct val="100000"/>
                </a:lnSpc>
                <a:spcBef>
                  <a:spcPts val="0"/>
                </a:spcBef>
                <a:spcAft>
                  <a:spcPts val="0"/>
                </a:spcAft>
                <a:buClr>
                  <a:srgbClr val="BFBFBF"/>
                </a:buClr>
                <a:buSzPts val="2400"/>
                <a:buFont typeface="Trebuchet MS"/>
                <a:buNone/>
              </a:pPr>
              <a:r>
                <a:rPr b="0" i="0" lang="en-US" sz="2400" u="none" cap="none" strike="noStrike">
                  <a:solidFill>
                    <a:srgbClr val="BFBFBF"/>
                  </a:solidFill>
                  <a:latin typeface="Trebuchet MS"/>
                  <a:ea typeface="Trebuchet MS"/>
                  <a:cs typeface="Trebuchet MS"/>
                  <a:sym typeface="Trebuchet MS"/>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endParaRPr/>
            </a:p>
            <a:p>
              <a:pPr indent="0" lvl="0" marL="0" marR="0" rtl="0" algn="l">
                <a:lnSpc>
                  <a:spcPct val="100000"/>
                </a:lnSpc>
                <a:spcBef>
                  <a:spcPts val="0"/>
                </a:spcBef>
                <a:spcAft>
                  <a:spcPts val="0"/>
                </a:spcAft>
                <a:buClr>
                  <a:schemeClr val="lt1"/>
                </a:buClr>
                <a:buSzPts val="2400"/>
                <a:buFont typeface="Calibri"/>
                <a:buNone/>
              </a:pPr>
              <a:r>
                <a:t/>
              </a:r>
              <a:endParaRPr b="0" i="0" sz="2400" u="none" cap="none" strike="noStrike">
                <a:solidFill>
                  <a:srgbClr val="BFBFBF"/>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FFC000"/>
                </a:buClr>
                <a:buSzPts val="3200"/>
                <a:buFont typeface="Trebuchet MS"/>
                <a:buNone/>
              </a:pPr>
              <a:r>
                <a:rPr b="1" i="0" lang="en-US" sz="3200" u="none" cap="none" strike="noStrike">
                  <a:solidFill>
                    <a:srgbClr val="FFC000"/>
                  </a:solidFill>
                  <a:latin typeface="Trebuchet MS"/>
                  <a:ea typeface="Trebuchet MS"/>
                  <a:cs typeface="Trebuchet MS"/>
                  <a:sym typeface="Trebuchet MS"/>
                </a:rPr>
                <a:t>Save your work</a:t>
              </a:r>
              <a:endParaRPr/>
            </a:p>
            <a:p>
              <a:pPr indent="0" lvl="0" marL="0" marR="0" rtl="0" algn="l">
                <a:lnSpc>
                  <a:spcPct val="100000"/>
                </a:lnSpc>
                <a:spcBef>
                  <a:spcPts val="0"/>
                </a:spcBef>
                <a:spcAft>
                  <a:spcPts val="0"/>
                </a:spcAft>
                <a:buClr>
                  <a:srgbClr val="BFBFBF"/>
                </a:buClr>
                <a:buSzPts val="2400"/>
                <a:buFont typeface="Trebuchet MS"/>
                <a:buNone/>
              </a:pPr>
              <a:r>
                <a:rPr b="0" i="0" lang="en-US" sz="2400" u="none" cap="none" strike="noStrike">
                  <a:solidFill>
                    <a:srgbClr val="BFBFBF"/>
                  </a:solidFill>
                  <a:latin typeface="Trebuchet MS"/>
                  <a:ea typeface="Trebuchet MS"/>
                  <a:cs typeface="Trebuchet MS"/>
                  <a:sym typeface="Trebuchet MS"/>
                </a:rPr>
                <a:t>Save your template as a PowerPoint document. For printing, save as PowerPoint or “Print-quality” PDF.</a:t>
              </a:r>
              <a:endParaRPr/>
            </a:p>
            <a:p>
              <a:pPr indent="0" lvl="0" marL="0" marR="0" rtl="0" algn="l">
                <a:lnSpc>
                  <a:spcPct val="100000"/>
                </a:lnSpc>
                <a:spcBef>
                  <a:spcPts val="0"/>
                </a:spcBef>
                <a:spcAft>
                  <a:spcPts val="0"/>
                </a:spcAft>
                <a:buClr>
                  <a:schemeClr val="lt1"/>
                </a:buClr>
                <a:buSzPts val="2400"/>
                <a:buFont typeface="Calibri"/>
                <a:buNone/>
              </a:pPr>
              <a:r>
                <a:t/>
              </a:r>
              <a:endParaRPr b="0" i="0" sz="2400" u="none" cap="none" strike="noStrike">
                <a:solidFill>
                  <a:srgbClr val="BFBFBF"/>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FFC000"/>
                </a:buClr>
                <a:buSzPts val="3200"/>
                <a:buFont typeface="Trebuchet MS"/>
                <a:buNone/>
              </a:pPr>
              <a:r>
                <a:rPr b="1" i="0" lang="en-US" sz="3200" u="none" cap="none" strike="noStrike">
                  <a:solidFill>
                    <a:srgbClr val="FFC000"/>
                  </a:solidFill>
                  <a:latin typeface="Trebuchet MS"/>
                  <a:ea typeface="Trebuchet MS"/>
                  <a:cs typeface="Trebuchet MS"/>
                  <a:sym typeface="Trebuchet MS"/>
                </a:rPr>
                <a:t>Print your poster</a:t>
              </a:r>
              <a:endParaRPr/>
            </a:p>
            <a:p>
              <a:pPr indent="0" lvl="0" marL="0" marR="0" rtl="0" algn="l">
                <a:lnSpc>
                  <a:spcPct val="100000"/>
                </a:lnSpc>
                <a:spcBef>
                  <a:spcPts val="0"/>
                </a:spcBef>
                <a:spcAft>
                  <a:spcPts val="0"/>
                </a:spcAft>
                <a:buClr>
                  <a:srgbClr val="BFBFBF"/>
                </a:buClr>
                <a:buSzPts val="2400"/>
                <a:buFont typeface="Trebuchet MS"/>
                <a:buNone/>
              </a:pPr>
              <a:r>
                <a:rPr b="0" i="0" lang="en-US" sz="2400" u="none" cap="none" strike="noStrike">
                  <a:solidFill>
                    <a:srgbClr val="BFBFBF"/>
                  </a:solidFill>
                  <a:latin typeface="Trebuchet MS"/>
                  <a:ea typeface="Trebuchet MS"/>
                  <a:cs typeface="Trebuchet MS"/>
                  <a:sym typeface="Trebuchet MS"/>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endParaRPr/>
            </a:p>
            <a:p>
              <a:pPr indent="0" lvl="0" marL="0" marR="0" rtl="0" algn="l">
                <a:lnSpc>
                  <a:spcPct val="100000"/>
                </a:lnSpc>
                <a:spcBef>
                  <a:spcPts val="0"/>
                </a:spcBef>
                <a:spcAft>
                  <a:spcPts val="0"/>
                </a:spcAft>
                <a:buClr>
                  <a:schemeClr val="lt1"/>
                </a:buClr>
                <a:buSzPts val="2800"/>
                <a:buFont typeface="Calibri"/>
                <a:buNone/>
              </a:pPr>
              <a:r>
                <a:t/>
              </a:r>
              <a:endParaRPr b="0" i="0" sz="2800" u="none" cap="none" strike="noStrike">
                <a:solidFill>
                  <a:srgbClr val="BFBFBF"/>
                </a:solidFill>
                <a:latin typeface="Trebuchet MS"/>
                <a:ea typeface="Trebuchet MS"/>
                <a:cs typeface="Trebuchet MS"/>
                <a:sym typeface="Trebuchet MS"/>
              </a:endParaRPr>
            </a:p>
          </p:txBody>
        </p:sp>
        <p:graphicFrame>
          <p:nvGraphicFramePr>
            <p:cNvPr id="13" name="Google Shape;13;p2"/>
            <p:cNvGraphicFramePr/>
            <p:nvPr/>
          </p:nvGraphicFramePr>
          <p:xfrm>
            <a:off x="46915679" y="3349444"/>
            <a:ext cx="5586150" cy="2063772"/>
          </p:xfrm>
          <a:graphic>
            <a:graphicData uri="http://schemas.openxmlformats.org/presentationml/2006/ole">
              <mc:AlternateContent>
                <mc:Choice Requires="v">
                  <p:oleObj r:id="rId1" imgH="2063772" imgW="5586150" progId="Photoshop.Image.13" spid="_x0000_s1">
                    <p:embed/>
                  </p:oleObj>
                </mc:Choice>
                <mc:Fallback>
                  <p:oleObj r:id="rId2" imgH="2063772" imgW="5586150" progId="Photoshop.Image.13">
                    <p:embed/>
                    <p:pic>
                      <p:nvPicPr>
                        <p:cNvPr id="13" name="Google Shape;13;p2"/>
                        <p:cNvPicPr preferRelativeResize="0"/>
                        <p:nvPr/>
                      </p:nvPicPr>
                      <p:blipFill rotWithShape="1">
                        <a:blip r:embed="rId3">
                          <a:alphaModFix/>
                        </a:blip>
                        <a:srcRect b="0" l="0" r="0" t="0"/>
                        <a:stretch/>
                      </p:blipFill>
                      <p:spPr>
                        <a:xfrm>
                          <a:off x="46915679" y="3349444"/>
                          <a:ext cx="5586150" cy="2063772"/>
                        </a:xfrm>
                        <a:prstGeom prst="rect">
                          <a:avLst/>
                        </a:prstGeom>
                        <a:noFill/>
                        <a:ln>
                          <a:noFill/>
                        </a:ln>
                      </p:spPr>
                    </p:pic>
                  </p:oleObj>
                </mc:Fallback>
              </mc:AlternateContent>
            </a:graphicData>
          </a:graphic>
        </p:graphicFrame>
        <p:pic>
          <p:nvPicPr>
            <p:cNvPr id="14" name="Google Shape;14;p2"/>
            <p:cNvPicPr preferRelativeResize="0"/>
            <p:nvPr/>
          </p:nvPicPr>
          <p:blipFill rotWithShape="1">
            <a:blip r:embed="rId4">
              <a:alphaModFix/>
            </a:blip>
            <a:srcRect b="0" l="0" r="0" t="0"/>
            <a:stretch/>
          </p:blipFill>
          <p:spPr>
            <a:xfrm>
              <a:off x="44621819" y="7740040"/>
              <a:ext cx="2969584" cy="1370577"/>
            </a:xfrm>
            <a:prstGeom prst="rect">
              <a:avLst/>
            </a:prstGeom>
            <a:noFill/>
            <a:ln>
              <a:noFill/>
            </a:ln>
          </p:spPr>
        </p:pic>
        <p:graphicFrame>
          <p:nvGraphicFramePr>
            <p:cNvPr id="15" name="Google Shape;15;p2"/>
            <p:cNvGraphicFramePr/>
            <p:nvPr/>
          </p:nvGraphicFramePr>
          <p:xfrm>
            <a:off x="44629619" y="12347263"/>
            <a:ext cx="1482266" cy="992162"/>
          </p:xfrm>
          <a:graphic>
            <a:graphicData uri="http://schemas.openxmlformats.org/presentationml/2006/ole">
              <mc:AlternateContent>
                <mc:Choice Requires="v">
                  <p:oleObj r:id="rId5" imgH="992162" imgW="1482266" progId="Photoshop.Image.13" spid="_x0000_s2">
                    <p:embed/>
                  </p:oleObj>
                </mc:Choice>
                <mc:Fallback>
                  <p:oleObj r:id="rId6" imgH="992162" imgW="1482266" progId="Photoshop.Image.13">
                    <p:embed/>
                    <p:pic>
                      <p:nvPicPr>
                        <p:cNvPr id="15" name="Google Shape;15;p2"/>
                        <p:cNvPicPr preferRelativeResize="0"/>
                        <p:nvPr/>
                      </p:nvPicPr>
                      <p:blipFill rotWithShape="1">
                        <a:blip r:embed="rId7">
                          <a:alphaModFix/>
                        </a:blip>
                        <a:srcRect b="0" l="0" r="0" t="0"/>
                        <a:stretch/>
                      </p:blipFill>
                      <p:spPr>
                        <a:xfrm>
                          <a:off x="44629619" y="12347263"/>
                          <a:ext cx="1482266" cy="992162"/>
                        </a:xfrm>
                        <a:prstGeom prst="rect">
                          <a:avLst/>
                        </a:prstGeom>
                        <a:noFill/>
                        <a:ln>
                          <a:noFill/>
                        </a:ln>
                      </p:spPr>
                    </p:pic>
                  </p:oleObj>
                </mc:Fallback>
              </mc:AlternateContent>
            </a:graphicData>
          </a:graphic>
        </p:graphicFrame>
        <p:grpSp>
          <p:nvGrpSpPr>
            <p:cNvPr id="16" name="Google Shape;16;p2"/>
            <p:cNvGrpSpPr/>
            <p:nvPr/>
          </p:nvGrpSpPr>
          <p:grpSpPr>
            <a:xfrm>
              <a:off x="44487207" y="29414560"/>
              <a:ext cx="10354213" cy="1265612"/>
              <a:chOff x="44200453" y="28362386"/>
              <a:chExt cx="9771399" cy="1090622"/>
            </a:xfrm>
          </p:grpSpPr>
          <p:sp>
            <p:nvSpPr>
              <p:cNvPr id="17" name="Google Shape;17;p2"/>
              <p:cNvSpPr/>
              <p:nvPr/>
            </p:nvSpPr>
            <p:spPr>
              <a:xfrm>
                <a:off x="44200453" y="28362386"/>
                <a:ext cx="9771398" cy="109062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8600" u="none" cap="none" strike="noStrike">
                  <a:solidFill>
                    <a:schemeClr val="lt1"/>
                  </a:solidFill>
                  <a:latin typeface="Calibri"/>
                  <a:ea typeface="Calibri"/>
                  <a:cs typeface="Calibri"/>
                  <a:sym typeface="Calibri"/>
                </a:endParaRPr>
              </a:p>
            </p:txBody>
          </p:sp>
          <p:pic>
            <p:nvPicPr>
              <p:cNvPr descr="http://t2.gstatic.com/images?q=tbn:ANd9GcR4APHC6TT9w54M2zn_pvCiBxUNcspYPoVxirLRphBoJabfSvu7zw" id="18" name="Google Shape;18;p2">
                <a:hlinkClick r:id="rId8"/>
              </p:cNvPr>
              <p:cNvPicPr preferRelativeResize="0"/>
              <p:nvPr/>
            </p:nvPicPr>
            <p:blipFill rotWithShape="1">
              <a:blip r:embed="rId9">
                <a:alphaModFix/>
              </a:blip>
              <a:srcRect b="0" l="0" r="0" t="0"/>
              <a:stretch/>
            </p:blipFill>
            <p:spPr>
              <a:xfrm>
                <a:off x="44326393" y="28460718"/>
                <a:ext cx="914401" cy="914399"/>
              </a:xfrm>
              <a:prstGeom prst="rect">
                <a:avLst/>
              </a:prstGeom>
              <a:noFill/>
              <a:ln>
                <a:noFill/>
              </a:ln>
            </p:spPr>
          </p:pic>
          <p:sp>
            <p:nvSpPr>
              <p:cNvPr id="19" name="Google Shape;19;p2"/>
              <p:cNvSpPr txBox="1"/>
              <p:nvPr/>
            </p:nvSpPr>
            <p:spPr>
              <a:xfrm>
                <a:off x="45300663" y="28552305"/>
                <a:ext cx="8671189" cy="7160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2"/>
                    </a:solidFill>
                    <a:latin typeface="Trebuchet MS"/>
                    <a:ea typeface="Trebuchet MS"/>
                    <a:cs typeface="Trebuchet MS"/>
                    <a:sym typeface="Trebuchet MS"/>
                  </a:rPr>
                  <a:t>Student discounts are available on our Facebook page.</a:t>
                </a:r>
                <a:br>
                  <a:rPr b="0" i="0" lang="en-US" sz="2400" u="none" cap="none" strike="noStrike">
                    <a:solidFill>
                      <a:schemeClr val="dk2"/>
                    </a:solidFill>
                    <a:latin typeface="Trebuchet MS"/>
                    <a:ea typeface="Trebuchet MS"/>
                    <a:cs typeface="Trebuchet MS"/>
                    <a:sym typeface="Trebuchet MS"/>
                  </a:rPr>
                </a:br>
                <a:r>
                  <a:rPr b="0" i="0" lang="en-US" sz="2400" u="none" cap="none" strike="noStrike">
                    <a:solidFill>
                      <a:schemeClr val="dk2"/>
                    </a:solidFill>
                    <a:latin typeface="Trebuchet MS"/>
                    <a:ea typeface="Trebuchet MS"/>
                    <a:cs typeface="Trebuchet MS"/>
                    <a:sym typeface="Trebuchet MS"/>
                  </a:rPr>
                  <a:t>Go to </a:t>
                </a:r>
                <a:r>
                  <a:rPr b="0" i="0" lang="en-US" sz="2400" u="sng" cap="none" strike="noStrike">
                    <a:solidFill>
                      <a:schemeClr val="dk2"/>
                    </a:solidFill>
                    <a:latin typeface="Trebuchet MS"/>
                    <a:ea typeface="Trebuchet MS"/>
                    <a:cs typeface="Trebuchet MS"/>
                    <a:sym typeface="Trebuchet MS"/>
                  </a:rPr>
                  <a:t>PosterPresentations.com</a:t>
                </a:r>
                <a:r>
                  <a:rPr b="0" i="0" lang="en-US" sz="2400" u="none" cap="none" strike="noStrike">
                    <a:solidFill>
                      <a:schemeClr val="dk2"/>
                    </a:solidFill>
                    <a:latin typeface="Trebuchet MS"/>
                    <a:ea typeface="Trebuchet MS"/>
                    <a:cs typeface="Trebuchet MS"/>
                    <a:sym typeface="Trebuchet MS"/>
                  </a:rPr>
                  <a:t> and click on the FB icon. </a:t>
                </a:r>
                <a:endParaRPr sz="2400">
                  <a:solidFill>
                    <a:schemeClr val="dk2"/>
                  </a:solidFill>
                  <a:latin typeface="Trebuchet MS"/>
                  <a:ea typeface="Trebuchet MS"/>
                  <a:cs typeface="Trebuchet MS"/>
                  <a:sym typeface="Trebuchet MS"/>
                </a:endParaRPr>
              </a:p>
            </p:txBody>
          </p:sp>
        </p:grpSp>
      </p:grpSp>
      <p:grpSp>
        <p:nvGrpSpPr>
          <p:cNvPr id="20" name="Google Shape;20;p2"/>
          <p:cNvGrpSpPr/>
          <p:nvPr/>
        </p:nvGrpSpPr>
        <p:grpSpPr>
          <a:xfrm>
            <a:off x="-11225189" y="-1"/>
            <a:ext cx="11018865" cy="32918401"/>
            <a:chOff x="-11225189" y="-1"/>
            <a:chExt cx="11018865" cy="32918401"/>
          </a:xfrm>
        </p:grpSpPr>
        <p:sp>
          <p:nvSpPr>
            <p:cNvPr id="21" name="Google Shape;21;p2"/>
            <p:cNvSpPr/>
            <p:nvPr/>
          </p:nvSpPr>
          <p:spPr>
            <a:xfrm>
              <a:off x="-11216136" y="-1"/>
              <a:ext cx="11009812" cy="32918401"/>
            </a:xfrm>
            <a:prstGeom prst="rect">
              <a:avLst/>
            </a:prstGeom>
            <a:solidFill>
              <a:srgbClr val="0C0C0C"/>
            </a:solidFill>
            <a:ln>
              <a:noFill/>
            </a:ln>
          </p:spPr>
          <p:txBody>
            <a:bodyPr anchorCtr="0" anchor="t" bIns="0" lIns="457200" spcFirstLastPara="1" rIns="457200" wrap="square" tIns="457200">
              <a:noAutofit/>
            </a:bodyPr>
            <a:lstStyle/>
            <a:p>
              <a:pPr indent="0" lvl="0" marL="0" marR="0" rtl="0" algn="ctr">
                <a:lnSpc>
                  <a:spcPct val="100000"/>
                </a:lnSpc>
                <a:spcBef>
                  <a:spcPts val="0"/>
                </a:spcBef>
                <a:spcAft>
                  <a:spcPts val="0"/>
                </a:spcAft>
                <a:buClr>
                  <a:srgbClr val="FF0000"/>
                </a:buClr>
                <a:buSzPts val="3200"/>
                <a:buFont typeface="Trebuchet MS"/>
                <a:buNone/>
              </a:pPr>
              <a:r>
                <a:rPr b="1" lang="en-US" sz="3200">
                  <a:solidFill>
                    <a:srgbClr val="FF0000"/>
                  </a:solidFill>
                  <a:latin typeface="Trebuchet MS"/>
                  <a:ea typeface="Trebuchet MS"/>
                  <a:cs typeface="Trebuchet MS"/>
                  <a:sym typeface="Trebuchet MS"/>
                </a:rPr>
                <a:t>(—THIS SIDEBAR DOES NOT PRINT—)</a:t>
              </a:r>
              <a:endParaRPr b="1" sz="32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b="1" lang="en-US" sz="4000">
                  <a:solidFill>
                    <a:schemeClr val="lt1"/>
                  </a:solidFill>
                  <a:latin typeface="Trebuchet MS"/>
                  <a:ea typeface="Trebuchet MS"/>
                  <a:cs typeface="Trebuchet MS"/>
                  <a:sym typeface="Trebuchet MS"/>
                </a:rPr>
                <a:t>DESIGN</a:t>
              </a:r>
              <a:r>
                <a:rPr b="1" lang="en-US" sz="4000">
                  <a:solidFill>
                    <a:schemeClr val="lt1"/>
                  </a:solidFill>
                  <a:latin typeface="Trebuchet MS"/>
                  <a:ea typeface="Trebuchet MS"/>
                  <a:cs typeface="Trebuchet MS"/>
                  <a:sym typeface="Trebuchet MS"/>
                </a:rPr>
                <a:t> </a:t>
              </a:r>
              <a:r>
                <a:rPr b="1" lang="en-US" sz="4000">
                  <a:solidFill>
                    <a:schemeClr val="lt1"/>
                  </a:solidFill>
                  <a:latin typeface="Trebuchet MS"/>
                  <a:ea typeface="Trebuchet MS"/>
                  <a:cs typeface="Trebuchet MS"/>
                  <a:sym typeface="Trebuchet MS"/>
                </a:rPr>
                <a:t>GUIDE</a:t>
              </a:r>
              <a:endParaRPr/>
            </a:p>
            <a:p>
              <a:pPr indent="0" lvl="0" marL="0" marR="0" rtl="0" algn="ctr">
                <a:spcBef>
                  <a:spcPts val="0"/>
                </a:spcBef>
                <a:spcAft>
                  <a:spcPts val="0"/>
                </a:spcAft>
                <a:buNone/>
              </a:pPr>
              <a:r>
                <a:t/>
              </a:r>
              <a:endParaRPr b="1" sz="2800">
                <a:solidFill>
                  <a:schemeClr val="lt1"/>
                </a:solidFill>
                <a:latin typeface="Trebuchet MS"/>
                <a:ea typeface="Trebuchet MS"/>
                <a:cs typeface="Trebuchet MS"/>
                <a:sym typeface="Trebuchet MS"/>
              </a:endParaRPr>
            </a:p>
            <a:p>
              <a:pPr indent="0" lvl="0" marL="0" marR="0" rtl="0" algn="l">
                <a:spcBef>
                  <a:spcPts val="0"/>
                </a:spcBef>
                <a:spcAft>
                  <a:spcPts val="0"/>
                </a:spcAft>
                <a:buNone/>
              </a:pPr>
              <a:r>
                <a:rPr i="0" lang="en-US" sz="2800">
                  <a:solidFill>
                    <a:schemeClr val="lt1"/>
                  </a:solidFill>
                  <a:latin typeface="Trebuchet MS"/>
                  <a:ea typeface="Trebuchet MS"/>
                  <a:cs typeface="Trebuchet MS"/>
                  <a:sym typeface="Trebuchet MS"/>
                </a:rPr>
                <a:t>This PowerPoint</a:t>
              </a:r>
              <a:r>
                <a:rPr i="0" lang="en-US" sz="2800">
                  <a:solidFill>
                    <a:schemeClr val="lt1"/>
                  </a:solidFill>
                  <a:latin typeface="Trebuchet MS"/>
                  <a:ea typeface="Trebuchet MS"/>
                  <a:cs typeface="Trebuchet MS"/>
                  <a:sym typeface="Trebuchet MS"/>
                </a:rPr>
                <a:t> </a:t>
              </a:r>
              <a:r>
                <a:rPr i="0" lang="en-US" sz="2800">
                  <a:solidFill>
                    <a:schemeClr val="lt1"/>
                  </a:solidFill>
                  <a:latin typeface="Trebuchet MS"/>
                  <a:ea typeface="Trebuchet MS"/>
                  <a:cs typeface="Trebuchet MS"/>
                  <a:sym typeface="Trebuchet MS"/>
                </a:rPr>
                <a:t>2007 template produces</a:t>
              </a:r>
              <a:r>
                <a:rPr i="0" lang="en-US" sz="2800">
                  <a:solidFill>
                    <a:schemeClr val="lt1"/>
                  </a:solidFill>
                  <a:latin typeface="Trebuchet MS"/>
                  <a:ea typeface="Trebuchet MS"/>
                  <a:cs typeface="Trebuchet MS"/>
                  <a:sym typeface="Trebuchet MS"/>
                </a:rPr>
                <a:t> </a:t>
              </a:r>
              <a:r>
                <a:rPr i="0" lang="en-US" sz="2800">
                  <a:solidFill>
                    <a:schemeClr val="lt1"/>
                  </a:solidFill>
                  <a:latin typeface="Trebuchet MS"/>
                  <a:ea typeface="Trebuchet MS"/>
                  <a:cs typeface="Trebuchet MS"/>
                  <a:sym typeface="Trebuchet MS"/>
                </a:rPr>
                <a:t>a 36”x48” presentation poster. </a:t>
              </a:r>
              <a:r>
                <a:rPr lang="en-US" sz="2800">
                  <a:solidFill>
                    <a:schemeClr val="lt1"/>
                  </a:solidFill>
                  <a:latin typeface="Trebuchet MS"/>
                  <a:ea typeface="Trebuchet MS"/>
                  <a:cs typeface="Trebuchet MS"/>
                  <a:sym typeface="Trebuchet MS"/>
                </a:rPr>
                <a:t>You</a:t>
              </a:r>
              <a:r>
                <a:rPr lang="en-US" sz="2800">
                  <a:solidFill>
                    <a:schemeClr val="lt1"/>
                  </a:solidFill>
                  <a:latin typeface="Trebuchet MS"/>
                  <a:ea typeface="Trebuchet MS"/>
                  <a:cs typeface="Trebuchet MS"/>
                  <a:sym typeface="Trebuchet MS"/>
                </a:rPr>
                <a:t> can u</a:t>
              </a:r>
              <a:r>
                <a:rPr lang="en-US" sz="2800">
                  <a:solidFill>
                    <a:schemeClr val="lt1"/>
                  </a:solidFill>
                  <a:latin typeface="Trebuchet MS"/>
                  <a:ea typeface="Trebuchet MS"/>
                  <a:cs typeface="Trebuchet MS"/>
                  <a:sym typeface="Trebuchet MS"/>
                </a:rPr>
                <a:t>se</a:t>
              </a:r>
              <a:r>
                <a:rPr lang="en-US" sz="2800">
                  <a:solidFill>
                    <a:schemeClr val="lt1"/>
                  </a:solidFill>
                  <a:latin typeface="Trebuchet MS"/>
                  <a:ea typeface="Trebuchet MS"/>
                  <a:cs typeface="Trebuchet MS"/>
                  <a:sym typeface="Trebuchet MS"/>
                </a:rPr>
                <a:t> it to create your research poster and </a:t>
              </a:r>
              <a:r>
                <a:rPr lang="en-US" sz="2800">
                  <a:solidFill>
                    <a:schemeClr val="lt1"/>
                  </a:solidFill>
                  <a:latin typeface="Trebuchet MS"/>
                  <a:ea typeface="Trebuchet MS"/>
                  <a:cs typeface="Trebuchet MS"/>
                  <a:sym typeface="Trebuchet MS"/>
                </a:rPr>
                <a:t>save valuable time placing titles, subtitles,</a:t>
              </a:r>
              <a:r>
                <a:rPr lang="en-US" sz="2800">
                  <a:solidFill>
                    <a:schemeClr val="lt1"/>
                  </a:solidFill>
                  <a:latin typeface="Trebuchet MS"/>
                  <a:ea typeface="Trebuchet MS"/>
                  <a:cs typeface="Trebuchet MS"/>
                  <a:sym typeface="Trebuchet MS"/>
                </a:rPr>
                <a:t> text, and graphics</a:t>
              </a:r>
              <a:r>
                <a:rPr lang="en-US" sz="2800">
                  <a:solidFill>
                    <a:schemeClr val="lt1"/>
                  </a:solidFill>
                  <a:latin typeface="Trebuchet MS"/>
                  <a:ea typeface="Trebuchet MS"/>
                  <a:cs typeface="Trebuchet MS"/>
                  <a:sym typeface="Trebuchet MS"/>
                </a:rPr>
                <a:t>. </a:t>
              </a:r>
              <a:endParaRPr/>
            </a:p>
            <a:p>
              <a:pPr indent="0" lvl="0" marL="0" marR="0" rtl="0" algn="l">
                <a:spcBef>
                  <a:spcPts val="0"/>
                </a:spcBef>
                <a:spcAft>
                  <a:spcPts val="0"/>
                </a:spcAft>
                <a:buNone/>
              </a:pPr>
              <a:r>
                <a:t/>
              </a:r>
              <a:endParaRPr sz="2800">
                <a:solidFill>
                  <a:schemeClr val="lt1"/>
                </a:solidFill>
                <a:latin typeface="Trebuchet MS"/>
                <a:ea typeface="Trebuchet MS"/>
                <a:cs typeface="Trebuchet MS"/>
                <a:sym typeface="Trebuchet MS"/>
              </a:endParaRPr>
            </a:p>
            <a:p>
              <a:pPr indent="0" lvl="0" marL="0" marR="0" rtl="0" algn="l">
                <a:spcBef>
                  <a:spcPts val="0"/>
                </a:spcBef>
                <a:spcAft>
                  <a:spcPts val="0"/>
                </a:spcAft>
                <a:buNone/>
              </a:pPr>
              <a:r>
                <a:rPr lang="en-US" sz="2800">
                  <a:solidFill>
                    <a:schemeClr val="lt1"/>
                  </a:solidFill>
                  <a:latin typeface="Trebuchet MS"/>
                  <a:ea typeface="Trebuchet MS"/>
                  <a:cs typeface="Trebuchet MS"/>
                  <a:sym typeface="Trebuchet MS"/>
                </a:rPr>
                <a:t>We provide a series of online tutorials that will guide you through the poster design process and answer your poster production questions. To view our template tutorials, go online to </a:t>
              </a:r>
              <a:r>
                <a:rPr b="1" lang="en-US" sz="2800">
                  <a:solidFill>
                    <a:srgbClr val="FFC000"/>
                  </a:solidFill>
                  <a:latin typeface="Trebuchet MS"/>
                  <a:ea typeface="Trebuchet MS"/>
                  <a:cs typeface="Trebuchet MS"/>
                  <a:sym typeface="Trebuchet MS"/>
                </a:rPr>
                <a:t>PosterPresentations.com</a:t>
              </a:r>
              <a:r>
                <a:rPr b="1" lang="en-US" sz="2800">
                  <a:solidFill>
                    <a:schemeClr val="lt1"/>
                  </a:solidFill>
                  <a:latin typeface="Trebuchet MS"/>
                  <a:ea typeface="Trebuchet MS"/>
                  <a:cs typeface="Trebuchet MS"/>
                  <a:sym typeface="Trebuchet MS"/>
                </a:rPr>
                <a:t> </a:t>
              </a:r>
              <a:r>
                <a:rPr lang="en-US" sz="2800">
                  <a:solidFill>
                    <a:schemeClr val="lt1"/>
                  </a:solidFill>
                  <a:latin typeface="Trebuchet MS"/>
                  <a:ea typeface="Trebuchet MS"/>
                  <a:cs typeface="Trebuchet MS"/>
                  <a:sym typeface="Trebuchet MS"/>
                </a:rPr>
                <a:t>and click on HELP DESK.</a:t>
              </a:r>
              <a:endParaRPr/>
            </a:p>
            <a:p>
              <a:pPr indent="0" lvl="0" marL="0" marR="0" rtl="0" algn="l">
                <a:spcBef>
                  <a:spcPts val="0"/>
                </a:spcBef>
                <a:spcAft>
                  <a:spcPts val="0"/>
                </a:spcAft>
                <a:buNone/>
              </a:pPr>
              <a:r>
                <a:t/>
              </a:r>
              <a:endParaRPr sz="2800">
                <a:solidFill>
                  <a:schemeClr val="lt1"/>
                </a:solidFill>
                <a:latin typeface="Trebuchet MS"/>
                <a:ea typeface="Trebuchet MS"/>
                <a:cs typeface="Trebuchet MS"/>
                <a:sym typeface="Trebuchet MS"/>
              </a:endParaRPr>
            </a:p>
            <a:p>
              <a:pPr indent="0" lvl="0" marL="0" marR="0" rtl="0" algn="l">
                <a:spcBef>
                  <a:spcPts val="0"/>
                </a:spcBef>
                <a:spcAft>
                  <a:spcPts val="0"/>
                </a:spcAft>
                <a:buNone/>
              </a:pPr>
              <a:r>
                <a:rPr lang="en-US" sz="2800">
                  <a:solidFill>
                    <a:schemeClr val="lt1"/>
                  </a:solidFill>
                  <a:latin typeface="Trebuchet MS"/>
                  <a:ea typeface="Trebuchet MS"/>
                  <a:cs typeface="Trebuchet MS"/>
                  <a:sym typeface="Trebuchet MS"/>
                </a:rPr>
                <a:t>When</a:t>
              </a:r>
              <a:r>
                <a:rPr lang="en-US" sz="2800">
                  <a:solidFill>
                    <a:schemeClr val="lt1"/>
                  </a:solidFill>
                  <a:latin typeface="Trebuchet MS"/>
                  <a:ea typeface="Trebuchet MS"/>
                  <a:cs typeface="Trebuchet MS"/>
                  <a:sym typeface="Trebuchet MS"/>
                </a:rPr>
                <a:t> you are ready to print your poster</a:t>
              </a:r>
              <a:r>
                <a:rPr lang="en-US" sz="2800">
                  <a:solidFill>
                    <a:schemeClr val="lt1"/>
                  </a:solidFill>
                  <a:latin typeface="Trebuchet MS"/>
                  <a:ea typeface="Trebuchet MS"/>
                  <a:cs typeface="Trebuchet MS"/>
                  <a:sym typeface="Trebuchet MS"/>
                </a:rPr>
                <a:t>,</a:t>
              </a:r>
              <a:r>
                <a:rPr lang="en-US" sz="2800">
                  <a:solidFill>
                    <a:schemeClr val="lt1"/>
                  </a:solidFill>
                  <a:latin typeface="Trebuchet MS"/>
                  <a:ea typeface="Trebuchet MS"/>
                  <a:cs typeface="Trebuchet MS"/>
                  <a:sym typeface="Trebuchet MS"/>
                </a:rPr>
                <a:t> go online to </a:t>
              </a:r>
              <a:r>
                <a:rPr b="0" lang="en-US" sz="2800">
                  <a:solidFill>
                    <a:schemeClr val="lt1"/>
                  </a:solidFill>
                  <a:latin typeface="Trebuchet MS"/>
                  <a:ea typeface="Trebuchet MS"/>
                  <a:cs typeface="Trebuchet MS"/>
                  <a:sym typeface="Trebuchet MS"/>
                </a:rPr>
                <a:t>PosterPresentations.com</a:t>
              </a:r>
              <a:br>
                <a:rPr lang="en-US" sz="2800">
                  <a:solidFill>
                    <a:schemeClr val="lt1"/>
                  </a:solidFill>
                  <a:latin typeface="Trebuchet MS"/>
                  <a:ea typeface="Trebuchet MS"/>
                  <a:cs typeface="Trebuchet MS"/>
                  <a:sym typeface="Trebuchet MS"/>
                </a:rPr>
              </a:br>
              <a:endParaRPr sz="2800">
                <a:solidFill>
                  <a:schemeClr val="lt1"/>
                </a:solidFill>
                <a:latin typeface="Trebuchet MS"/>
                <a:ea typeface="Trebuchet MS"/>
                <a:cs typeface="Trebuchet MS"/>
                <a:sym typeface="Trebuchet MS"/>
              </a:endParaRPr>
            </a:p>
            <a:p>
              <a:pPr indent="0" lvl="0" marL="0" marR="0" rtl="0" algn="l">
                <a:spcBef>
                  <a:spcPts val="0"/>
                </a:spcBef>
                <a:spcAft>
                  <a:spcPts val="0"/>
                </a:spcAft>
                <a:buNone/>
              </a:pPr>
              <a:r>
                <a:rPr b="0" lang="en-US" sz="2800">
                  <a:solidFill>
                    <a:schemeClr val="lt1"/>
                  </a:solidFill>
                  <a:latin typeface="Trebuchet MS"/>
                  <a:ea typeface="Trebuchet MS"/>
                  <a:cs typeface="Trebuchet MS"/>
                  <a:sym typeface="Trebuchet MS"/>
                </a:rPr>
                <a:t>Need</a:t>
              </a:r>
              <a:r>
                <a:rPr b="0" lang="en-US" sz="2800">
                  <a:solidFill>
                    <a:schemeClr val="lt1"/>
                  </a:solidFill>
                  <a:latin typeface="Trebuchet MS"/>
                  <a:ea typeface="Trebuchet MS"/>
                  <a:cs typeface="Trebuchet MS"/>
                  <a:sym typeface="Trebuchet MS"/>
                </a:rPr>
                <a:t> assistance? Call us at </a:t>
              </a:r>
              <a:r>
                <a:rPr b="0" lang="en-US" sz="2800">
                  <a:solidFill>
                    <a:srgbClr val="FFC000"/>
                  </a:solidFill>
                  <a:latin typeface="Trebuchet MS"/>
                  <a:ea typeface="Trebuchet MS"/>
                  <a:cs typeface="Trebuchet MS"/>
                  <a:sym typeface="Trebuchet MS"/>
                </a:rPr>
                <a:t>1.510.649.3001</a:t>
              </a:r>
              <a:endParaRPr/>
            </a:p>
            <a:p>
              <a:pPr indent="0" lvl="0" marL="0" marR="0" rtl="0" algn="l">
                <a:spcBef>
                  <a:spcPts val="0"/>
                </a:spcBef>
                <a:spcAft>
                  <a:spcPts val="0"/>
                </a:spcAft>
                <a:buNone/>
              </a:pPr>
              <a:r>
                <a:t/>
              </a:r>
              <a:endParaRPr b="1" sz="3600">
                <a:solidFill>
                  <a:srgbClr val="FFFF00"/>
                </a:solidFill>
                <a:latin typeface="Trebuchet MS"/>
                <a:ea typeface="Trebuchet MS"/>
                <a:cs typeface="Trebuchet MS"/>
                <a:sym typeface="Trebuchet MS"/>
              </a:endParaRPr>
            </a:p>
            <a:p>
              <a:pPr indent="0" lvl="0" marL="0" marR="0" rtl="0" algn="ctr">
                <a:spcBef>
                  <a:spcPts val="0"/>
                </a:spcBef>
                <a:spcAft>
                  <a:spcPts val="0"/>
                </a:spcAft>
                <a:buNone/>
              </a:pPr>
              <a:r>
                <a:t/>
              </a:r>
              <a:endParaRPr b="1" sz="24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b="1" lang="en-US" sz="4000">
                  <a:solidFill>
                    <a:schemeClr val="lt1"/>
                  </a:solidFill>
                  <a:latin typeface="Trebuchet MS"/>
                  <a:ea typeface="Trebuchet MS"/>
                  <a:cs typeface="Trebuchet MS"/>
                  <a:sym typeface="Trebuchet MS"/>
                </a:rPr>
                <a:t>QUICK START</a:t>
              </a:r>
              <a:endParaRPr/>
            </a:p>
            <a:p>
              <a:pPr indent="0" lvl="0" marL="0" marR="0" rtl="0" algn="ctr">
                <a:spcBef>
                  <a:spcPts val="0"/>
                </a:spcBef>
                <a:spcAft>
                  <a:spcPts val="0"/>
                </a:spcAft>
                <a:buNone/>
              </a:pPr>
              <a:r>
                <a:t/>
              </a:r>
              <a:endParaRPr b="1" sz="32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b="1" lang="en-US" sz="3200">
                  <a:solidFill>
                    <a:srgbClr val="FFC000"/>
                  </a:solidFill>
                  <a:latin typeface="Trebuchet MS"/>
                  <a:ea typeface="Trebuchet MS"/>
                  <a:cs typeface="Trebuchet MS"/>
                  <a:sym typeface="Trebuchet MS"/>
                </a:rPr>
                <a:t>Zoom in and out</a:t>
              </a:r>
              <a:endParaRPr/>
            </a:p>
            <a:p>
              <a:pPr indent="-1892300" lvl="0" marL="1892300" marR="0" rtl="0" algn="l">
                <a:spcBef>
                  <a:spcPts val="0"/>
                </a:spcBef>
                <a:spcAft>
                  <a:spcPts val="0"/>
                </a:spcAft>
                <a:buNone/>
              </a:pPr>
              <a:r>
                <a:rPr b="0" lang="en-US" sz="2400">
                  <a:solidFill>
                    <a:schemeClr val="lt1"/>
                  </a:solidFill>
                  <a:latin typeface="Trebuchet MS"/>
                  <a:ea typeface="Trebuchet MS"/>
                  <a:cs typeface="Trebuchet MS"/>
                  <a:sym typeface="Trebuchet MS"/>
                </a:rPr>
                <a:t>	</a:t>
              </a:r>
              <a:r>
                <a:rPr b="0" lang="en-US" sz="2400">
                  <a:solidFill>
                    <a:srgbClr val="BFBFBF"/>
                  </a:solidFill>
                  <a:latin typeface="Trebuchet MS"/>
                  <a:ea typeface="Trebuchet MS"/>
                  <a:cs typeface="Trebuchet MS"/>
                  <a:sym typeface="Trebuchet MS"/>
                </a:rPr>
                <a:t>As you work on your poster zoom in and out to the level that is more comfortable to you. </a:t>
              </a:r>
              <a:endParaRPr/>
            </a:p>
            <a:p>
              <a:pPr indent="-1892300" lvl="0" marL="1892300" marR="0" rtl="0" algn="l">
                <a:spcBef>
                  <a:spcPts val="0"/>
                </a:spcBef>
                <a:spcAft>
                  <a:spcPts val="0"/>
                </a:spcAft>
                <a:buNone/>
              </a:pPr>
              <a:r>
                <a:rPr b="1" lang="en-US" sz="2400">
                  <a:solidFill>
                    <a:srgbClr val="BFBFBF"/>
                  </a:solidFill>
                  <a:latin typeface="Trebuchet MS"/>
                  <a:ea typeface="Trebuchet MS"/>
                  <a:cs typeface="Trebuchet MS"/>
                  <a:sym typeface="Trebuchet MS"/>
                </a:rPr>
                <a:t>	</a:t>
              </a:r>
              <a:r>
                <a:rPr b="0" lang="en-US" sz="2400">
                  <a:solidFill>
                    <a:srgbClr val="BFBFBF"/>
                  </a:solidFill>
                  <a:latin typeface="Trebuchet MS"/>
                  <a:ea typeface="Trebuchet MS"/>
                  <a:cs typeface="Trebuchet MS"/>
                  <a:sym typeface="Trebuchet MS"/>
                </a:rPr>
                <a:t>Go to VIEW &gt; ZOOM.</a:t>
              </a:r>
              <a:endParaRPr/>
            </a:p>
            <a:p>
              <a:pPr indent="0" lvl="0" marL="0" marR="0" rtl="0" algn="l">
                <a:spcBef>
                  <a:spcPts val="0"/>
                </a:spcBef>
                <a:spcAft>
                  <a:spcPts val="0"/>
                </a:spcAft>
                <a:buNone/>
              </a:pPr>
              <a:r>
                <a:t/>
              </a:r>
              <a:endParaRPr b="0" sz="28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b="1" lang="en-US" sz="3200">
                  <a:solidFill>
                    <a:srgbClr val="FFC000"/>
                  </a:solidFill>
                  <a:latin typeface="Trebuchet MS"/>
                  <a:ea typeface="Trebuchet MS"/>
                  <a:cs typeface="Trebuchet MS"/>
                  <a:sym typeface="Trebuchet MS"/>
                </a:rPr>
                <a:t>Title, Authors, and Affiliations</a:t>
              </a:r>
              <a:endParaRPr/>
            </a:p>
            <a:p>
              <a:pPr indent="0" lvl="0" marL="0" marR="0" rtl="0" algn="l">
                <a:spcBef>
                  <a:spcPts val="0"/>
                </a:spcBef>
                <a:spcAft>
                  <a:spcPts val="0"/>
                </a:spcAft>
                <a:buNone/>
              </a:pPr>
              <a:r>
                <a:rPr b="0" lang="en-US" sz="2400">
                  <a:solidFill>
                    <a:srgbClr val="BFBFBF"/>
                  </a:solidFill>
                  <a:latin typeface="Trebuchet MS"/>
                  <a:ea typeface="Trebuchet MS"/>
                  <a:cs typeface="Trebuchet MS"/>
                  <a:sym typeface="Trebuchet MS"/>
                </a:rPr>
                <a:t>Start designing your poster by adding the title, the names of the authors, and the affiliated institutions. You can type or paste text into the provided boxes. The template will automatically adjust the size of your text to fit the title box. You can manually override this feature and change the size of your text. </a:t>
              </a:r>
              <a:endParaRPr/>
            </a:p>
            <a:p>
              <a:pPr indent="0" lvl="0" marL="0" marR="0" rtl="0" algn="l">
                <a:spcBef>
                  <a:spcPts val="0"/>
                </a:spcBef>
                <a:spcAft>
                  <a:spcPts val="0"/>
                </a:spcAft>
                <a:buNone/>
              </a:pPr>
              <a:r>
                <a:t/>
              </a:r>
              <a:endParaRPr b="0" sz="2400">
                <a:solidFill>
                  <a:srgbClr val="BFBFBF"/>
                </a:solidFill>
                <a:latin typeface="Trebuchet MS"/>
                <a:ea typeface="Trebuchet MS"/>
                <a:cs typeface="Trebuchet MS"/>
                <a:sym typeface="Trebuchet MS"/>
              </a:endParaRPr>
            </a:p>
            <a:p>
              <a:pPr indent="0" lvl="0" marL="0" marR="0" rtl="0" algn="l">
                <a:spcBef>
                  <a:spcPts val="0"/>
                </a:spcBef>
                <a:spcAft>
                  <a:spcPts val="0"/>
                </a:spcAft>
                <a:buNone/>
              </a:pPr>
              <a:r>
                <a:rPr b="1" lang="en-US" sz="2400">
                  <a:solidFill>
                    <a:srgbClr val="FFC000"/>
                  </a:solidFill>
                  <a:latin typeface="Trebuchet MS"/>
                  <a:ea typeface="Trebuchet MS"/>
                  <a:cs typeface="Trebuchet MS"/>
                  <a:sym typeface="Trebuchet MS"/>
                </a:rPr>
                <a:t>TIP: </a:t>
              </a:r>
              <a:r>
                <a:rPr b="0" lang="en-US" sz="2400">
                  <a:solidFill>
                    <a:srgbClr val="BFBFBF"/>
                  </a:solidFill>
                  <a:latin typeface="Trebuchet MS"/>
                  <a:ea typeface="Trebuchet MS"/>
                  <a:cs typeface="Trebuchet MS"/>
                  <a:sym typeface="Trebuchet MS"/>
                </a:rPr>
                <a:t>The font size of your title should be bigger than your name(s) and institution name(s).</a:t>
              </a:r>
              <a:endParaRPr/>
            </a:p>
            <a:p>
              <a:pPr indent="0" lvl="0" marL="0" marR="0" rtl="0" algn="l">
                <a:spcBef>
                  <a:spcPts val="0"/>
                </a:spcBef>
                <a:spcAft>
                  <a:spcPts val="0"/>
                </a:spcAft>
                <a:buNone/>
              </a:pPr>
              <a:br>
                <a:rPr b="1" lang="en-US" sz="2800">
                  <a:solidFill>
                    <a:schemeClr val="lt1"/>
                  </a:solidFill>
                  <a:latin typeface="Trebuchet MS"/>
                  <a:ea typeface="Trebuchet MS"/>
                  <a:cs typeface="Trebuchet MS"/>
                  <a:sym typeface="Trebuchet MS"/>
                </a:rPr>
              </a:br>
              <a:endParaRPr b="1" sz="28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t/>
              </a:r>
              <a:endParaRPr b="1" sz="2800">
                <a:solidFill>
                  <a:srgbClr val="FFC000"/>
                </a:solidFill>
                <a:latin typeface="Trebuchet MS"/>
                <a:ea typeface="Trebuchet MS"/>
                <a:cs typeface="Trebuchet MS"/>
                <a:sym typeface="Trebuchet MS"/>
              </a:endParaRPr>
            </a:p>
            <a:p>
              <a:pPr indent="0" lvl="0" marL="0" marR="0" rtl="0" algn="ctr">
                <a:spcBef>
                  <a:spcPts val="0"/>
                </a:spcBef>
                <a:spcAft>
                  <a:spcPts val="0"/>
                </a:spcAft>
                <a:buNone/>
              </a:pPr>
              <a:r>
                <a:t/>
              </a:r>
              <a:endParaRPr b="1" sz="2800">
                <a:solidFill>
                  <a:srgbClr val="FFC000"/>
                </a:solidFill>
                <a:latin typeface="Trebuchet MS"/>
                <a:ea typeface="Trebuchet MS"/>
                <a:cs typeface="Trebuchet MS"/>
                <a:sym typeface="Trebuchet MS"/>
              </a:endParaRPr>
            </a:p>
            <a:p>
              <a:pPr indent="0" lvl="0" marL="0" marR="0" rtl="0" algn="ctr">
                <a:spcBef>
                  <a:spcPts val="0"/>
                </a:spcBef>
                <a:spcAft>
                  <a:spcPts val="0"/>
                </a:spcAft>
                <a:buNone/>
              </a:pPr>
              <a:r>
                <a:rPr b="1" lang="en-US" sz="3200">
                  <a:solidFill>
                    <a:srgbClr val="FFC000"/>
                  </a:solidFill>
                  <a:latin typeface="Trebuchet MS"/>
                  <a:ea typeface="Trebuchet MS"/>
                  <a:cs typeface="Trebuchet MS"/>
                  <a:sym typeface="Trebuchet MS"/>
                </a:rPr>
                <a:t>Adding Logos</a:t>
              </a:r>
              <a:r>
                <a:rPr b="1" lang="en-US" sz="3200">
                  <a:solidFill>
                    <a:srgbClr val="FFC000"/>
                  </a:solidFill>
                  <a:latin typeface="Trebuchet MS"/>
                  <a:ea typeface="Trebuchet MS"/>
                  <a:cs typeface="Trebuchet MS"/>
                  <a:sym typeface="Trebuchet MS"/>
                </a:rPr>
                <a:t> / Seals</a:t>
              </a:r>
              <a:endParaRPr/>
            </a:p>
            <a:p>
              <a:pPr indent="0" lvl="0" marL="0" marR="0" rtl="0" algn="l">
                <a:spcBef>
                  <a:spcPts val="0"/>
                </a:spcBef>
                <a:spcAft>
                  <a:spcPts val="0"/>
                </a:spcAft>
                <a:buNone/>
              </a:pPr>
              <a:r>
                <a:rPr b="0" lang="en-US" sz="2400">
                  <a:solidFill>
                    <a:srgbClr val="BFBFBF"/>
                  </a:solidFill>
                  <a:latin typeface="Trebuchet MS"/>
                  <a:ea typeface="Trebuchet MS"/>
                  <a:cs typeface="Trebuchet MS"/>
                  <a:sym typeface="Trebuchet MS"/>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endParaRPr/>
            </a:p>
            <a:p>
              <a:pPr indent="0" lvl="0" marL="0" marR="0" rtl="0" algn="l">
                <a:spcBef>
                  <a:spcPts val="0"/>
                </a:spcBef>
                <a:spcAft>
                  <a:spcPts val="0"/>
                </a:spcAft>
                <a:buNone/>
              </a:pPr>
              <a:r>
                <a:t/>
              </a:r>
              <a:endParaRPr b="0" sz="2400">
                <a:solidFill>
                  <a:srgbClr val="BFBFBF"/>
                </a:solidFill>
                <a:latin typeface="Trebuchet MS"/>
                <a:ea typeface="Trebuchet MS"/>
                <a:cs typeface="Trebuchet MS"/>
                <a:sym typeface="Trebuchet MS"/>
              </a:endParaRPr>
            </a:p>
            <a:p>
              <a:pPr indent="0" lvl="0" marL="0" marR="0" rtl="0" algn="l">
                <a:spcBef>
                  <a:spcPts val="0"/>
                </a:spcBef>
                <a:spcAft>
                  <a:spcPts val="0"/>
                </a:spcAft>
                <a:buNone/>
              </a:pPr>
              <a:r>
                <a:rPr b="1" lang="en-US" sz="2400">
                  <a:solidFill>
                    <a:srgbClr val="FFC000"/>
                  </a:solidFill>
                  <a:latin typeface="Trebuchet MS"/>
                  <a:ea typeface="Trebuchet MS"/>
                  <a:cs typeface="Trebuchet MS"/>
                  <a:sym typeface="Trebuchet MS"/>
                </a:rPr>
                <a:t>TIP: </a:t>
              </a:r>
              <a:r>
                <a:rPr b="0" lang="en-US" sz="2400">
                  <a:solidFill>
                    <a:srgbClr val="BFBFBF"/>
                  </a:solidFill>
                  <a:latin typeface="Trebuchet MS"/>
                  <a:ea typeface="Trebuchet MS"/>
                  <a:cs typeface="Trebuchet MS"/>
                  <a:sym typeface="Trebuchet MS"/>
                </a:rPr>
                <a:t>See if your school’s logo is available on our free poster templates page.</a:t>
              </a:r>
              <a:endParaRPr/>
            </a:p>
            <a:p>
              <a:pPr indent="0" lvl="0" marL="0" marR="0" rtl="0" algn="l">
                <a:spcBef>
                  <a:spcPts val="0"/>
                </a:spcBef>
                <a:spcAft>
                  <a:spcPts val="0"/>
                </a:spcAft>
                <a:buNone/>
              </a:pPr>
              <a:r>
                <a:t/>
              </a:r>
              <a:endParaRPr b="0" sz="24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b="1" lang="en-US" sz="3200">
                  <a:solidFill>
                    <a:srgbClr val="FFC000"/>
                  </a:solidFill>
                  <a:latin typeface="Trebuchet MS"/>
                  <a:ea typeface="Trebuchet MS"/>
                  <a:cs typeface="Trebuchet MS"/>
                  <a:sym typeface="Trebuchet MS"/>
                </a:rPr>
                <a:t>Photographs / Graphics</a:t>
              </a:r>
              <a:endParaRPr/>
            </a:p>
            <a:p>
              <a:pPr indent="0" lvl="0" marL="0" marR="0" rtl="0" algn="l">
                <a:spcBef>
                  <a:spcPts val="0"/>
                </a:spcBef>
                <a:spcAft>
                  <a:spcPts val="0"/>
                </a:spcAft>
                <a:buNone/>
              </a:pPr>
              <a:r>
                <a:rPr b="0" lang="en-US" sz="2400">
                  <a:solidFill>
                    <a:srgbClr val="BFBFBF"/>
                  </a:solidFill>
                  <a:latin typeface="Trebuchet MS"/>
                  <a:ea typeface="Trebuchet MS"/>
                  <a:cs typeface="Trebuchet MS"/>
                  <a:sym typeface="Trebuchet MS"/>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disproportionally.</a:t>
              </a:r>
              <a:endParaRPr/>
            </a:p>
            <a:p>
              <a:pPr indent="0" lvl="0" marL="0" marR="0" rtl="0" algn="l">
                <a:spcBef>
                  <a:spcPts val="0"/>
                </a:spcBef>
                <a:spcAft>
                  <a:spcPts val="0"/>
                </a:spcAft>
                <a:buNone/>
              </a:pPr>
              <a:r>
                <a:t/>
              </a:r>
              <a:endParaRPr b="0" sz="24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t/>
              </a:r>
              <a:endParaRPr b="1" sz="2800">
                <a:solidFill>
                  <a:srgbClr val="FFC000"/>
                </a:solidFill>
                <a:latin typeface="Trebuchet MS"/>
                <a:ea typeface="Trebuchet MS"/>
                <a:cs typeface="Trebuchet MS"/>
                <a:sym typeface="Trebuchet MS"/>
              </a:endParaRPr>
            </a:p>
            <a:p>
              <a:pPr indent="0" lvl="0" marL="0" marR="0" rtl="0" algn="ctr">
                <a:spcBef>
                  <a:spcPts val="0"/>
                </a:spcBef>
                <a:spcAft>
                  <a:spcPts val="0"/>
                </a:spcAft>
                <a:buNone/>
              </a:pPr>
              <a:r>
                <a:t/>
              </a:r>
              <a:endParaRPr b="1" sz="2800">
                <a:solidFill>
                  <a:srgbClr val="FFC000"/>
                </a:solidFill>
                <a:latin typeface="Trebuchet MS"/>
                <a:ea typeface="Trebuchet MS"/>
                <a:cs typeface="Trebuchet MS"/>
                <a:sym typeface="Trebuchet MS"/>
              </a:endParaRPr>
            </a:p>
            <a:p>
              <a:pPr indent="0" lvl="0" marL="0" marR="0" rtl="0" algn="ctr">
                <a:spcBef>
                  <a:spcPts val="0"/>
                </a:spcBef>
                <a:spcAft>
                  <a:spcPts val="0"/>
                </a:spcAft>
                <a:buNone/>
              </a:pPr>
              <a:r>
                <a:t/>
              </a:r>
              <a:endParaRPr b="1" sz="2800">
                <a:solidFill>
                  <a:srgbClr val="FFC000"/>
                </a:solidFill>
                <a:latin typeface="Trebuchet MS"/>
                <a:ea typeface="Trebuchet MS"/>
                <a:cs typeface="Trebuchet MS"/>
                <a:sym typeface="Trebuchet MS"/>
              </a:endParaRPr>
            </a:p>
            <a:p>
              <a:pPr indent="0" lvl="0" marL="0" marR="0" rtl="0" algn="ctr">
                <a:spcBef>
                  <a:spcPts val="0"/>
                </a:spcBef>
                <a:spcAft>
                  <a:spcPts val="0"/>
                </a:spcAft>
                <a:buNone/>
              </a:pPr>
              <a:r>
                <a:t/>
              </a:r>
              <a:endParaRPr b="1" sz="2800">
                <a:solidFill>
                  <a:srgbClr val="FFC000"/>
                </a:solidFill>
                <a:latin typeface="Trebuchet MS"/>
                <a:ea typeface="Trebuchet MS"/>
                <a:cs typeface="Trebuchet MS"/>
                <a:sym typeface="Trebuchet MS"/>
              </a:endParaRPr>
            </a:p>
            <a:p>
              <a:pPr indent="0" lvl="0" marL="0" marR="0" rtl="0" algn="ctr">
                <a:spcBef>
                  <a:spcPts val="0"/>
                </a:spcBef>
                <a:spcAft>
                  <a:spcPts val="0"/>
                </a:spcAft>
                <a:buNone/>
              </a:pPr>
              <a:r>
                <a:t/>
              </a:r>
              <a:endParaRPr b="1" sz="2800">
                <a:solidFill>
                  <a:srgbClr val="FFC000"/>
                </a:solidFill>
                <a:latin typeface="Trebuchet MS"/>
                <a:ea typeface="Trebuchet MS"/>
                <a:cs typeface="Trebuchet MS"/>
                <a:sym typeface="Trebuchet MS"/>
              </a:endParaRPr>
            </a:p>
            <a:p>
              <a:pPr indent="0" lvl="0" marL="0" marR="0" rtl="0" algn="ctr">
                <a:spcBef>
                  <a:spcPts val="0"/>
                </a:spcBef>
                <a:spcAft>
                  <a:spcPts val="0"/>
                </a:spcAft>
                <a:buNone/>
              </a:pPr>
              <a:r>
                <a:t/>
              </a:r>
              <a:endParaRPr b="1" sz="2800">
                <a:solidFill>
                  <a:srgbClr val="FFC000"/>
                </a:solidFill>
                <a:latin typeface="Trebuchet MS"/>
                <a:ea typeface="Trebuchet MS"/>
                <a:cs typeface="Trebuchet MS"/>
                <a:sym typeface="Trebuchet MS"/>
              </a:endParaRPr>
            </a:p>
            <a:p>
              <a:pPr indent="0" lvl="0" marL="0" marR="0" rtl="0" algn="ctr">
                <a:spcBef>
                  <a:spcPts val="0"/>
                </a:spcBef>
                <a:spcAft>
                  <a:spcPts val="0"/>
                </a:spcAft>
                <a:buNone/>
              </a:pPr>
              <a:r>
                <a:rPr b="1" lang="en-US" sz="3200">
                  <a:solidFill>
                    <a:srgbClr val="FFC000"/>
                  </a:solidFill>
                  <a:latin typeface="Trebuchet MS"/>
                  <a:ea typeface="Trebuchet MS"/>
                  <a:cs typeface="Trebuchet MS"/>
                  <a:sym typeface="Trebuchet MS"/>
                </a:rPr>
                <a:t>Image Quality Check</a:t>
              </a:r>
              <a:endParaRPr/>
            </a:p>
            <a:p>
              <a:pPr indent="0" lvl="0" marL="0" marR="0" rtl="0" algn="l">
                <a:spcBef>
                  <a:spcPts val="0"/>
                </a:spcBef>
                <a:spcAft>
                  <a:spcPts val="0"/>
                </a:spcAft>
                <a:buNone/>
              </a:pPr>
              <a:r>
                <a:rPr b="0" lang="en-US" sz="2400">
                  <a:solidFill>
                    <a:srgbClr val="BFBFBF"/>
                  </a:solidFill>
                  <a:latin typeface="Trebuchet MS"/>
                  <a:ea typeface="Trebuchet MS"/>
                  <a:cs typeface="Trebuchet MS"/>
                  <a:sym typeface="Trebuchet MS"/>
                </a:rPr>
                <a:t>Zoom in and look at your images at 100% magnification. If they look good they will print well. </a:t>
              </a:r>
              <a:endParaRPr b="0" sz="2800">
                <a:solidFill>
                  <a:schemeClr val="lt1"/>
                </a:solidFill>
                <a:latin typeface="Trebuchet MS"/>
                <a:ea typeface="Trebuchet MS"/>
                <a:cs typeface="Trebuchet MS"/>
                <a:sym typeface="Trebuchet MS"/>
              </a:endParaRPr>
            </a:p>
          </p:txBody>
        </p:sp>
        <p:cxnSp>
          <p:nvCxnSpPr>
            <p:cNvPr id="22" name="Google Shape;22;p2"/>
            <p:cNvCxnSpPr/>
            <p:nvPr/>
          </p:nvCxnSpPr>
          <p:spPr>
            <a:xfrm>
              <a:off x="-11225189" y="8422500"/>
              <a:ext cx="10999746" cy="3341"/>
            </a:xfrm>
            <a:prstGeom prst="straightConnector1">
              <a:avLst/>
            </a:prstGeom>
            <a:noFill/>
            <a:ln cap="flat" cmpd="sng" w="9525">
              <a:solidFill>
                <a:srgbClr val="FFC000"/>
              </a:solidFill>
              <a:prstDash val="solid"/>
              <a:round/>
              <a:headEnd len="sm" w="sm" type="none"/>
              <a:tailEnd len="sm" w="sm" type="none"/>
            </a:ln>
          </p:spPr>
        </p:cxnSp>
        <p:pic>
          <p:nvPicPr>
            <p:cNvPr id="23" name="Google Shape;23;p2"/>
            <p:cNvPicPr preferRelativeResize="0"/>
            <p:nvPr/>
          </p:nvPicPr>
          <p:blipFill rotWithShape="1">
            <a:blip r:embed="rId10">
              <a:alphaModFix/>
            </a:blip>
            <a:srcRect b="0" l="0" r="0" t="0"/>
            <a:stretch/>
          </p:blipFill>
          <p:spPr>
            <a:xfrm>
              <a:off x="-10740740" y="10261718"/>
              <a:ext cx="1597666" cy="1201935"/>
            </a:xfrm>
            <a:prstGeom prst="rect">
              <a:avLst/>
            </a:prstGeom>
            <a:noFill/>
            <a:ln>
              <a:noFill/>
            </a:ln>
          </p:spPr>
        </p:pic>
        <p:pic>
          <p:nvPicPr>
            <p:cNvPr id="24" name="Google Shape;24;p2"/>
            <p:cNvPicPr preferRelativeResize="0"/>
            <p:nvPr/>
          </p:nvPicPr>
          <p:blipFill rotWithShape="1">
            <a:blip r:embed="rId11">
              <a:alphaModFix/>
            </a:blip>
            <a:srcRect b="0" l="0" r="0" t="0"/>
            <a:stretch/>
          </p:blipFill>
          <p:spPr>
            <a:xfrm>
              <a:off x="-10732765" y="15696927"/>
              <a:ext cx="9986808" cy="1053596"/>
            </a:xfrm>
            <a:prstGeom prst="rect">
              <a:avLst/>
            </a:prstGeom>
            <a:noFill/>
            <a:ln>
              <a:noFill/>
            </a:ln>
          </p:spPr>
        </p:pic>
        <p:grpSp>
          <p:nvGrpSpPr>
            <p:cNvPr id="25" name="Google Shape;25;p2"/>
            <p:cNvGrpSpPr/>
            <p:nvPr/>
          </p:nvGrpSpPr>
          <p:grpSpPr>
            <a:xfrm>
              <a:off x="-9744993" y="23540957"/>
              <a:ext cx="7531182" cy="2120439"/>
              <a:chOff x="-4470427" y="11016658"/>
              <a:chExt cx="3470785" cy="974220"/>
            </a:xfrm>
          </p:grpSpPr>
          <p:grpSp>
            <p:nvGrpSpPr>
              <p:cNvPr id="26" name="Google Shape;26;p2"/>
              <p:cNvGrpSpPr/>
              <p:nvPr/>
            </p:nvGrpSpPr>
            <p:grpSpPr>
              <a:xfrm>
                <a:off x="-2783495" y="11060886"/>
                <a:ext cx="624431" cy="893535"/>
                <a:chOff x="-3958697" y="11117435"/>
                <a:chExt cx="779338" cy="1280430"/>
              </a:xfrm>
            </p:grpSpPr>
            <p:pic>
              <p:nvPicPr>
                <p:cNvPr id="27" name="Google Shape;27;p2"/>
                <p:cNvPicPr preferRelativeResize="0"/>
                <p:nvPr/>
              </p:nvPicPr>
              <p:blipFill rotWithShape="1">
                <a:blip r:embed="rId12">
                  <a:alphaModFix/>
                </a:blip>
                <a:srcRect b="0" l="0" r="0" t="0"/>
                <a:stretch/>
              </p:blipFill>
              <p:spPr>
                <a:xfrm>
                  <a:off x="-3948160" y="11117435"/>
                  <a:ext cx="768801" cy="1090857"/>
                </a:xfrm>
                <a:prstGeom prst="rect">
                  <a:avLst/>
                </a:prstGeom>
                <a:noFill/>
                <a:ln>
                  <a:noFill/>
                </a:ln>
              </p:spPr>
            </p:pic>
            <p:sp>
              <p:nvSpPr>
                <p:cNvPr id="28" name="Google Shape;28;p2"/>
                <p:cNvSpPr txBox="1"/>
                <p:nvPr/>
              </p:nvSpPr>
              <p:spPr>
                <a:xfrm>
                  <a:off x="-3958697" y="12114178"/>
                  <a:ext cx="779337" cy="283687"/>
                </a:xfrm>
                <a:prstGeom prst="rect">
                  <a:avLst/>
                </a:prstGeom>
                <a:solidFill>
                  <a:schemeClr val="accent1"/>
                </a:solidFill>
                <a:ln>
                  <a:noFill/>
                </a:ln>
              </p:spPr>
              <p:txBody>
                <a:bodyPr anchorCtr="0" anchor="t" bIns="91425" lIns="91425" spcFirstLastPara="1" rIns="91425" wrap="square" tIns="91425">
                  <a:spAutoFit/>
                </a:bodyPr>
                <a:lstStyle/>
                <a:p>
                  <a:pPr indent="0" lvl="0" marL="0" marR="0" rtl="0" algn="ctr">
                    <a:spcBef>
                      <a:spcPts val="0"/>
                    </a:spcBef>
                    <a:spcAft>
                      <a:spcPts val="0"/>
                    </a:spcAft>
                    <a:buNone/>
                  </a:pPr>
                  <a:r>
                    <a:rPr b="1" lang="en-US" sz="1600">
                      <a:solidFill>
                        <a:schemeClr val="dk1"/>
                      </a:solidFill>
                      <a:latin typeface="Calibri"/>
                      <a:ea typeface="Calibri"/>
                      <a:cs typeface="Calibri"/>
                      <a:sym typeface="Calibri"/>
                    </a:rPr>
                    <a:t>ORIGINAL</a:t>
                  </a:r>
                  <a:endParaRPr/>
                </a:p>
              </p:txBody>
            </p:sp>
          </p:grpSp>
          <p:grpSp>
            <p:nvGrpSpPr>
              <p:cNvPr id="29" name="Google Shape;29;p2"/>
              <p:cNvGrpSpPr/>
              <p:nvPr/>
            </p:nvGrpSpPr>
            <p:grpSpPr>
              <a:xfrm>
                <a:off x="-2033159" y="11060889"/>
                <a:ext cx="1033517" cy="893529"/>
                <a:chOff x="-2921738" y="11200127"/>
                <a:chExt cx="1420279" cy="1227904"/>
              </a:xfrm>
            </p:grpSpPr>
            <p:pic>
              <p:nvPicPr>
                <p:cNvPr id="30" name="Google Shape;30;p2"/>
                <p:cNvPicPr preferRelativeResize="0"/>
                <p:nvPr/>
              </p:nvPicPr>
              <p:blipFill rotWithShape="1">
                <a:blip r:embed="rId12">
                  <a:alphaModFix/>
                </a:blip>
                <a:srcRect b="0" l="0" r="0" t="0"/>
                <a:stretch/>
              </p:blipFill>
              <p:spPr>
                <a:xfrm>
                  <a:off x="-2921738" y="11200127"/>
                  <a:ext cx="1420279" cy="1029694"/>
                </a:xfrm>
                <a:prstGeom prst="rect">
                  <a:avLst/>
                </a:prstGeom>
                <a:noFill/>
                <a:ln>
                  <a:noFill/>
                </a:ln>
              </p:spPr>
            </p:pic>
            <p:sp>
              <p:nvSpPr>
                <p:cNvPr id="31" name="Google Shape;31;p2"/>
                <p:cNvSpPr txBox="1"/>
                <p:nvPr/>
              </p:nvSpPr>
              <p:spPr>
                <a:xfrm>
                  <a:off x="-2918991" y="12175418"/>
                  <a:ext cx="1417532" cy="252613"/>
                </a:xfrm>
                <a:prstGeom prst="rect">
                  <a:avLst/>
                </a:prstGeom>
                <a:solidFill>
                  <a:srgbClr val="FF0000"/>
                </a:solidFill>
                <a:ln>
                  <a:noFill/>
                </a:ln>
              </p:spPr>
              <p:txBody>
                <a:bodyPr anchorCtr="0" anchor="t" bIns="91425" lIns="457200" spcFirstLastPara="1" rIns="457200" wrap="square" tIns="91425">
                  <a:spAutoFit/>
                </a:bodyPr>
                <a:lstStyle/>
                <a:p>
                  <a:pPr indent="0" lvl="0" marL="0" marR="0" rtl="0" algn="ctr">
                    <a:spcBef>
                      <a:spcPts val="0"/>
                    </a:spcBef>
                    <a:spcAft>
                      <a:spcPts val="0"/>
                    </a:spcAft>
                    <a:buNone/>
                  </a:pPr>
                  <a:r>
                    <a:rPr b="1" lang="en-US" sz="1400">
                      <a:solidFill>
                        <a:schemeClr val="lt1"/>
                      </a:solidFill>
                      <a:latin typeface="Calibri"/>
                      <a:ea typeface="Calibri"/>
                      <a:cs typeface="Calibri"/>
                      <a:sym typeface="Calibri"/>
                    </a:rPr>
                    <a:t>DISTORTED</a:t>
                  </a:r>
                  <a:endParaRPr b="1" sz="700">
                    <a:solidFill>
                      <a:schemeClr val="lt1"/>
                    </a:solidFill>
                    <a:latin typeface="Calibri"/>
                    <a:ea typeface="Calibri"/>
                    <a:cs typeface="Calibri"/>
                    <a:sym typeface="Calibri"/>
                  </a:endParaRPr>
                </a:p>
              </p:txBody>
            </p:sp>
          </p:grpSp>
          <p:pic>
            <p:nvPicPr>
              <p:cNvPr id="32" name="Google Shape;32;p2"/>
              <p:cNvPicPr preferRelativeResize="0"/>
              <p:nvPr/>
            </p:nvPicPr>
            <p:blipFill rotWithShape="1">
              <a:blip r:embed="rId13">
                <a:alphaModFix/>
              </a:blip>
              <a:srcRect b="0" l="0" r="0" t="0"/>
              <a:stretch/>
            </p:blipFill>
            <p:spPr>
              <a:xfrm>
                <a:off x="-4470427" y="11016658"/>
                <a:ext cx="1098742" cy="847761"/>
              </a:xfrm>
              <a:prstGeom prst="rect">
                <a:avLst/>
              </a:prstGeom>
              <a:noFill/>
              <a:ln>
                <a:noFill/>
              </a:ln>
            </p:spPr>
          </p:pic>
          <p:sp>
            <p:nvSpPr>
              <p:cNvPr id="33" name="Google Shape;33;p2"/>
              <p:cNvSpPr txBox="1"/>
              <p:nvPr/>
            </p:nvSpPr>
            <p:spPr>
              <a:xfrm>
                <a:off x="-4440600" y="11665645"/>
                <a:ext cx="1035685" cy="325233"/>
              </a:xfrm>
              <a:prstGeom prst="rect">
                <a:avLst/>
              </a:prstGeom>
              <a:noFill/>
              <a:ln>
                <a:noFill/>
              </a:ln>
            </p:spPr>
            <p:txBody>
              <a:bodyPr anchorCtr="0" anchor="t" bIns="0" lIns="457200" spcFirstLastPara="1" rIns="457200" wrap="square" tIns="457200">
                <a:spAutoFit/>
              </a:bodyPr>
              <a:lstStyle/>
              <a:p>
                <a:pPr indent="0" lvl="0" marL="0" marR="0" rtl="0" algn="ctr">
                  <a:spcBef>
                    <a:spcPts val="0"/>
                  </a:spcBef>
                  <a:spcAft>
                    <a:spcPts val="0"/>
                  </a:spcAft>
                  <a:buNone/>
                </a:pPr>
                <a:r>
                  <a:rPr lang="en-US" sz="1600">
                    <a:solidFill>
                      <a:schemeClr val="lt1"/>
                    </a:solidFill>
                    <a:latin typeface="Calibri"/>
                    <a:ea typeface="Calibri"/>
                    <a:cs typeface="Calibri"/>
                    <a:sym typeface="Calibri"/>
                  </a:rPr>
                  <a:t>Corner</a:t>
                </a:r>
                <a:r>
                  <a:rPr lang="en-US" sz="1600">
                    <a:solidFill>
                      <a:schemeClr val="lt1"/>
                    </a:solidFill>
                    <a:latin typeface="Calibri"/>
                    <a:ea typeface="Calibri"/>
                    <a:cs typeface="Calibri"/>
                    <a:sym typeface="Calibri"/>
                  </a:rPr>
                  <a:t> handles</a:t>
                </a:r>
                <a:endParaRPr sz="1600">
                  <a:solidFill>
                    <a:schemeClr val="lt1"/>
                  </a:solidFill>
                  <a:latin typeface="Calibri"/>
                  <a:ea typeface="Calibri"/>
                  <a:cs typeface="Calibri"/>
                  <a:sym typeface="Calibri"/>
                </a:endParaRPr>
              </a:p>
            </p:txBody>
          </p:sp>
        </p:grpSp>
        <p:grpSp>
          <p:nvGrpSpPr>
            <p:cNvPr id="34" name="Google Shape;34;p2"/>
            <p:cNvGrpSpPr/>
            <p:nvPr/>
          </p:nvGrpSpPr>
          <p:grpSpPr>
            <a:xfrm>
              <a:off x="-10398794" y="27751411"/>
              <a:ext cx="9323012" cy="2453251"/>
              <a:chOff x="-4754996" y="12734137"/>
              <a:chExt cx="4296559" cy="1127128"/>
            </a:xfrm>
          </p:grpSpPr>
          <p:graphicFrame>
            <p:nvGraphicFramePr>
              <p:cNvPr id="35" name="Google Shape;35;p2"/>
              <p:cNvGraphicFramePr/>
              <p:nvPr/>
            </p:nvGraphicFramePr>
            <p:xfrm>
              <a:off x="-4533347" y="12734142"/>
              <a:ext cx="1828800" cy="1117600"/>
            </p:xfrm>
            <a:graphic>
              <a:graphicData uri="http://schemas.openxmlformats.org/presentationml/2006/ole">
                <mc:AlternateContent>
                  <mc:Choice Requires="v">
                    <p:oleObj r:id="rId14" imgH="1117600" imgW="1828800" progId="Photoshop.Image.13" spid="_x0000_s3">
                      <p:embed/>
                    </p:oleObj>
                  </mc:Choice>
                  <mc:Fallback>
                    <p:oleObj r:id="rId15" imgH="1117600" imgW="1828800" progId="Photoshop.Image.13">
                      <p:embed/>
                      <p:pic>
                        <p:nvPicPr>
                          <p:cNvPr id="35" name="Google Shape;35;p2"/>
                          <p:cNvPicPr preferRelativeResize="0"/>
                          <p:nvPr/>
                        </p:nvPicPr>
                        <p:blipFill rotWithShape="1">
                          <a:blip r:embed="rId16">
                            <a:alphaModFix/>
                          </a:blip>
                          <a:srcRect b="0" l="0" r="0" t="0"/>
                          <a:stretch/>
                        </p:blipFill>
                        <p:spPr>
                          <a:xfrm>
                            <a:off x="-4533347" y="12734142"/>
                            <a:ext cx="1828800" cy="1117600"/>
                          </a:xfrm>
                          <a:prstGeom prst="rect">
                            <a:avLst/>
                          </a:prstGeom>
                          <a:noFill/>
                          <a:ln>
                            <a:noFill/>
                          </a:ln>
                        </p:spPr>
                      </p:pic>
                    </p:oleObj>
                  </mc:Fallback>
                </mc:AlternateContent>
              </a:graphicData>
            </a:graphic>
          </p:graphicFrame>
          <p:graphicFrame>
            <p:nvGraphicFramePr>
              <p:cNvPr id="36" name="Google Shape;36;p2"/>
              <p:cNvGraphicFramePr/>
              <p:nvPr/>
            </p:nvGraphicFramePr>
            <p:xfrm>
              <a:off x="-2456641" y="12737835"/>
              <a:ext cx="1828800" cy="1117600"/>
            </p:xfrm>
            <a:graphic>
              <a:graphicData uri="http://schemas.openxmlformats.org/presentationml/2006/ole">
                <mc:AlternateContent>
                  <mc:Choice Requires="v">
                    <p:oleObj r:id="rId17" imgH="1117600" imgW="1828800" progId="Photoshop.Image.13" spid="_x0000_s4">
                      <p:embed/>
                    </p:oleObj>
                  </mc:Choice>
                  <mc:Fallback>
                    <p:oleObj r:id="rId18" imgH="1117600" imgW="1828800" progId="Photoshop.Image.13">
                      <p:embed/>
                      <p:pic>
                        <p:nvPicPr>
                          <p:cNvPr id="36" name="Google Shape;36;p2"/>
                          <p:cNvPicPr preferRelativeResize="0"/>
                          <p:nvPr/>
                        </p:nvPicPr>
                        <p:blipFill rotWithShape="1">
                          <a:blip r:embed="rId19">
                            <a:alphaModFix/>
                          </a:blip>
                          <a:srcRect b="0" l="0" r="0" t="0"/>
                          <a:stretch/>
                        </p:blipFill>
                        <p:spPr>
                          <a:xfrm>
                            <a:off x="-2456641" y="12737835"/>
                            <a:ext cx="1828800" cy="1117600"/>
                          </a:xfrm>
                          <a:prstGeom prst="rect">
                            <a:avLst/>
                          </a:prstGeom>
                          <a:noFill/>
                          <a:ln>
                            <a:noFill/>
                          </a:ln>
                        </p:spPr>
                      </p:pic>
                    </p:oleObj>
                  </mc:Fallback>
                </mc:AlternateContent>
              </a:graphicData>
            </a:graphic>
          </p:graphicFrame>
          <p:sp>
            <p:nvSpPr>
              <p:cNvPr id="37" name="Google Shape;37;p2"/>
              <p:cNvSpPr txBox="1"/>
              <p:nvPr/>
            </p:nvSpPr>
            <p:spPr>
              <a:xfrm rot="-5400000">
                <a:off x="-5235785" y="13214925"/>
                <a:ext cx="1117601" cy="156024"/>
              </a:xfrm>
              <a:prstGeom prst="rect">
                <a:avLst/>
              </a:prstGeom>
              <a:noFill/>
              <a:ln>
                <a:noFill/>
              </a:ln>
            </p:spPr>
            <p:txBody>
              <a:bodyPr anchorCtr="0" anchor="t" bIns="0" lIns="91425" spcFirstLastPara="1" rIns="91425" wrap="square" tIns="91425">
                <a:spAutoFit/>
              </a:bodyPr>
              <a:lstStyle/>
              <a:p>
                <a:pPr indent="0" lvl="0" marL="0" marR="0" rtl="0" algn="ctr">
                  <a:spcBef>
                    <a:spcPts val="0"/>
                  </a:spcBef>
                  <a:spcAft>
                    <a:spcPts val="0"/>
                  </a:spcAft>
                  <a:buNone/>
                </a:pPr>
                <a:r>
                  <a:rPr lang="en-US" sz="1600">
                    <a:solidFill>
                      <a:srgbClr val="92D050"/>
                    </a:solidFill>
                    <a:latin typeface="Calibri"/>
                    <a:ea typeface="Calibri"/>
                    <a:cs typeface="Calibri"/>
                    <a:sym typeface="Calibri"/>
                  </a:rPr>
                  <a:t>Good</a:t>
                </a:r>
                <a:r>
                  <a:rPr lang="en-US" sz="1600">
                    <a:solidFill>
                      <a:srgbClr val="92D050"/>
                    </a:solidFill>
                    <a:latin typeface="Calibri"/>
                    <a:ea typeface="Calibri"/>
                    <a:cs typeface="Calibri"/>
                    <a:sym typeface="Calibri"/>
                  </a:rPr>
                  <a:t> </a:t>
                </a:r>
                <a:r>
                  <a:rPr lang="en-US" sz="1600">
                    <a:solidFill>
                      <a:schemeClr val="lt1"/>
                    </a:solidFill>
                    <a:latin typeface="Calibri"/>
                    <a:ea typeface="Calibri"/>
                    <a:cs typeface="Calibri"/>
                    <a:sym typeface="Calibri"/>
                  </a:rPr>
                  <a:t>printing quality</a:t>
                </a:r>
                <a:endParaRPr sz="1600">
                  <a:solidFill>
                    <a:schemeClr val="lt1"/>
                  </a:solidFill>
                  <a:latin typeface="Calibri"/>
                  <a:ea typeface="Calibri"/>
                  <a:cs typeface="Calibri"/>
                  <a:sym typeface="Calibri"/>
                </a:endParaRPr>
              </a:p>
            </p:txBody>
          </p:sp>
          <p:sp>
            <p:nvSpPr>
              <p:cNvPr id="38" name="Google Shape;38;p2"/>
              <p:cNvSpPr txBox="1"/>
              <p:nvPr/>
            </p:nvSpPr>
            <p:spPr>
              <a:xfrm rot="-5400000">
                <a:off x="-1095250" y="13224452"/>
                <a:ext cx="1117601" cy="156024"/>
              </a:xfrm>
              <a:prstGeom prst="rect">
                <a:avLst/>
              </a:prstGeom>
              <a:noFill/>
              <a:ln>
                <a:noFill/>
              </a:ln>
            </p:spPr>
            <p:txBody>
              <a:bodyPr anchorCtr="0" anchor="t" bIns="0" lIns="91425" spcFirstLastPara="1" rIns="91425" wrap="square" tIns="91425">
                <a:spAutoFit/>
              </a:bodyPr>
              <a:lstStyle/>
              <a:p>
                <a:pPr indent="0" lvl="0" marL="0" marR="0" rtl="0" algn="ctr">
                  <a:spcBef>
                    <a:spcPts val="0"/>
                  </a:spcBef>
                  <a:spcAft>
                    <a:spcPts val="0"/>
                  </a:spcAft>
                  <a:buNone/>
                </a:pPr>
                <a:r>
                  <a:rPr lang="en-US" sz="1600">
                    <a:solidFill>
                      <a:srgbClr val="FF0000"/>
                    </a:solidFill>
                    <a:latin typeface="Calibri"/>
                    <a:ea typeface="Calibri"/>
                    <a:cs typeface="Calibri"/>
                    <a:sym typeface="Calibri"/>
                  </a:rPr>
                  <a:t>Bad </a:t>
                </a:r>
                <a:r>
                  <a:rPr lang="en-US" sz="1600">
                    <a:solidFill>
                      <a:schemeClr val="lt1"/>
                    </a:solidFill>
                    <a:latin typeface="Calibri"/>
                    <a:ea typeface="Calibri"/>
                    <a:cs typeface="Calibri"/>
                    <a:sym typeface="Calibri"/>
                  </a:rPr>
                  <a:t>printing quality</a:t>
                </a:r>
                <a:endParaRPr/>
              </a:p>
            </p:txBody>
          </p:sp>
        </p:grpSp>
      </p:grpSp>
      <p:sp>
        <p:nvSpPr>
          <p:cNvPr id="39" name="Google Shape;39;p2"/>
          <p:cNvSpPr/>
          <p:nvPr/>
        </p:nvSpPr>
        <p:spPr>
          <a:xfrm rot="10800000">
            <a:off x="-6419" y="31869601"/>
            <a:ext cx="43891200" cy="1042617"/>
          </a:xfrm>
          <a:prstGeom prst="rect">
            <a:avLst/>
          </a:prstGeom>
          <a:gradFill>
            <a:gsLst>
              <a:gs pos="0">
                <a:srgbClr val="98C2F5"/>
              </a:gs>
              <a:gs pos="100000">
                <a:schemeClr val="lt1"/>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600">
              <a:solidFill>
                <a:schemeClr val="lt1"/>
              </a:solidFill>
              <a:latin typeface="Calibri"/>
              <a:ea typeface="Calibri"/>
              <a:cs typeface="Calibri"/>
              <a:sym typeface="Calibri"/>
            </a:endParaRPr>
          </a:p>
        </p:txBody>
      </p:sp>
      <p:sp>
        <p:nvSpPr>
          <p:cNvPr id="40" name="Google Shape;40;p2"/>
          <p:cNvSpPr/>
          <p:nvPr/>
        </p:nvSpPr>
        <p:spPr>
          <a:xfrm>
            <a:off x="0" y="-55065"/>
            <a:ext cx="43891200" cy="1042617"/>
          </a:xfrm>
          <a:prstGeom prst="rect">
            <a:avLst/>
          </a:prstGeom>
          <a:gradFill>
            <a:gsLst>
              <a:gs pos="0">
                <a:srgbClr val="98C2F5"/>
              </a:gs>
              <a:gs pos="100000">
                <a:schemeClr val="lt1"/>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600">
              <a:solidFill>
                <a:schemeClr val="lt1"/>
              </a:solidFill>
              <a:latin typeface="Calibri"/>
              <a:ea typeface="Calibri"/>
              <a:cs typeface="Calibri"/>
              <a:sym typeface="Calibri"/>
            </a:endParaRPr>
          </a:p>
        </p:txBody>
      </p:sp>
      <p:sp>
        <p:nvSpPr>
          <p:cNvPr id="41" name="Google Shape;41;p2"/>
          <p:cNvSpPr/>
          <p:nvPr/>
        </p:nvSpPr>
        <p:spPr>
          <a:xfrm>
            <a:off x="6096" y="4742487"/>
            <a:ext cx="43891200" cy="274521"/>
          </a:xfrm>
          <a:prstGeom prst="rect">
            <a:avLst/>
          </a:prstGeom>
          <a:gradFill>
            <a:gsLst>
              <a:gs pos="0">
                <a:srgbClr val="98C2F5"/>
              </a:gs>
              <a:gs pos="51000">
                <a:schemeClr val="lt1"/>
              </a:gs>
              <a:gs pos="100000">
                <a:srgbClr val="DAE9F6"/>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600">
              <a:solidFill>
                <a:schemeClr val="lt1"/>
              </a:solidFill>
              <a:latin typeface="Calibri"/>
              <a:ea typeface="Calibri"/>
              <a:cs typeface="Calibri"/>
              <a:sym typeface="Calibri"/>
            </a:endParaRPr>
          </a:p>
        </p:txBody>
      </p:sp>
      <p:sp>
        <p:nvSpPr>
          <p:cNvPr id="42" name="Google Shape;42;p2"/>
          <p:cNvSpPr txBox="1"/>
          <p:nvPr/>
        </p:nvSpPr>
        <p:spPr>
          <a:xfrm>
            <a:off x="44487207" y="31298534"/>
            <a:ext cx="7629577" cy="1399638"/>
          </a:xfrm>
          <a:prstGeom prst="rect">
            <a:avLst/>
          </a:prstGeom>
          <a:noFill/>
          <a:ln>
            <a:noFill/>
          </a:ln>
        </p:spPr>
        <p:txBody>
          <a:bodyPr anchorCtr="0" anchor="t" bIns="32650" lIns="65300" spcFirstLastPara="1" rIns="65300" wrap="square" tIns="32650">
            <a:spAutoFit/>
          </a:bodyPr>
          <a:lstStyle/>
          <a:p>
            <a:pPr indent="-400050" lvl="0" marL="400050" marR="0" rtl="0" algn="l">
              <a:lnSpc>
                <a:spcPct val="92857"/>
              </a:lnSpc>
              <a:spcBef>
                <a:spcPts val="0"/>
              </a:spcBef>
              <a:spcAft>
                <a:spcPts val="0"/>
              </a:spcAft>
              <a:buNone/>
            </a:pPr>
            <a:r>
              <a:rPr lang="en-US" sz="2800">
                <a:solidFill>
                  <a:schemeClr val="lt1"/>
                </a:solidFill>
                <a:latin typeface="Calibri"/>
                <a:ea typeface="Calibri"/>
                <a:cs typeface="Calibri"/>
                <a:sym typeface="Calibri"/>
              </a:rPr>
              <a:t>© 2015</a:t>
            </a:r>
            <a:r>
              <a:rPr lang="en-US" sz="2800">
                <a:solidFill>
                  <a:schemeClr val="lt1"/>
                </a:solidFill>
                <a:latin typeface="Calibri"/>
                <a:ea typeface="Calibri"/>
                <a:cs typeface="Calibri"/>
                <a:sym typeface="Calibri"/>
              </a:rPr>
              <a:t> </a:t>
            </a:r>
            <a:r>
              <a:rPr lang="en-US" sz="2800">
                <a:solidFill>
                  <a:schemeClr val="lt1"/>
                </a:solidFill>
                <a:latin typeface="Calibri"/>
                <a:ea typeface="Calibri"/>
                <a:cs typeface="Calibri"/>
                <a:sym typeface="Calibri"/>
              </a:rPr>
              <a:t>PosterPresentations.com</a:t>
            </a:r>
            <a:br>
              <a:rPr lang="en-US" sz="2800">
                <a:solidFill>
                  <a:schemeClr val="lt1"/>
                </a:solidFill>
                <a:latin typeface="Calibri"/>
                <a:ea typeface="Calibri"/>
                <a:cs typeface="Calibri"/>
                <a:sym typeface="Calibri"/>
              </a:rPr>
            </a:br>
            <a:r>
              <a:rPr lang="en-US" sz="2400">
                <a:solidFill>
                  <a:schemeClr val="lt1"/>
                </a:solidFill>
                <a:latin typeface="Calibri"/>
                <a:ea typeface="Calibri"/>
                <a:cs typeface="Calibri"/>
                <a:sym typeface="Calibri"/>
              </a:rPr>
              <a:t>2117 Fourth Street ,</a:t>
            </a:r>
            <a:r>
              <a:rPr lang="en-US" sz="2400">
                <a:solidFill>
                  <a:schemeClr val="lt1"/>
                </a:solidFill>
                <a:latin typeface="Calibri"/>
                <a:ea typeface="Calibri"/>
                <a:cs typeface="Calibri"/>
                <a:sym typeface="Calibri"/>
              </a:rPr>
              <a:t> Unit C</a:t>
            </a:r>
            <a:endParaRPr/>
          </a:p>
          <a:p>
            <a:pPr indent="-400050" lvl="0" marL="400050" marR="0" rtl="0" algn="l">
              <a:lnSpc>
                <a:spcPct val="108333"/>
              </a:lnSpc>
              <a:spcBef>
                <a:spcPts val="0"/>
              </a:spcBef>
              <a:spcAft>
                <a:spcPts val="0"/>
              </a:spcAft>
              <a:buNone/>
            </a:pPr>
            <a:r>
              <a:rPr lang="en-US" sz="2400">
                <a:solidFill>
                  <a:schemeClr val="lt1"/>
                </a:solidFill>
                <a:latin typeface="Calibri"/>
                <a:ea typeface="Calibri"/>
                <a:cs typeface="Calibri"/>
                <a:sym typeface="Calibri"/>
              </a:rPr>
              <a:t>	Berkeley CA </a:t>
            </a:r>
            <a:r>
              <a:rPr lang="en-US" sz="2000">
                <a:solidFill>
                  <a:schemeClr val="lt1"/>
                </a:solidFill>
                <a:latin typeface="Calibri"/>
                <a:ea typeface="Calibri"/>
                <a:cs typeface="Calibri"/>
                <a:sym typeface="Calibri"/>
              </a:rPr>
              <a:t>94710</a:t>
            </a:r>
            <a:endParaRPr sz="2400">
              <a:solidFill>
                <a:schemeClr val="lt1"/>
              </a:solidFill>
              <a:latin typeface="Calibri"/>
              <a:ea typeface="Calibri"/>
              <a:cs typeface="Calibri"/>
              <a:sym typeface="Calibri"/>
            </a:endParaRPr>
          </a:p>
          <a:p>
            <a:pPr indent="-400050" lvl="0" marL="400050" marR="0" rtl="0" algn="l">
              <a:lnSpc>
                <a:spcPct val="108333"/>
              </a:lnSpc>
              <a:spcBef>
                <a:spcPts val="0"/>
              </a:spcBef>
              <a:spcAft>
                <a:spcPts val="0"/>
              </a:spcAft>
              <a:buNone/>
            </a:pPr>
            <a:r>
              <a:rPr b="1" lang="en-US" sz="2400">
                <a:solidFill>
                  <a:srgbClr val="FFFF00"/>
                </a:solidFill>
                <a:latin typeface="Calibri"/>
                <a:ea typeface="Calibri"/>
                <a:cs typeface="Calibri"/>
                <a:sym typeface="Calibri"/>
              </a:rPr>
              <a:t>	posterpresenter@gmail.com</a:t>
            </a:r>
            <a:endParaRPr b="1" sz="2800">
              <a:solidFill>
                <a:srgbClr val="FFFF00"/>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9"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 name="Shape 61"/>
        <p:cNvGrpSpPr/>
        <p:nvPr/>
      </p:nvGrpSpPr>
      <p:grpSpPr>
        <a:xfrm>
          <a:off x="0" y="0"/>
          <a:ext cx="0" cy="0"/>
          <a:chOff x="0" y="0"/>
          <a:chExt cx="0" cy="0"/>
        </a:xfrm>
      </p:grpSpPr>
      <p:sp>
        <p:nvSpPr>
          <p:cNvPr id="62" name="Google Shape;62;p4"/>
          <p:cNvSpPr/>
          <p:nvPr/>
        </p:nvSpPr>
        <p:spPr>
          <a:xfrm rot="10800000">
            <a:off x="0" y="31869601"/>
            <a:ext cx="43891200" cy="1042617"/>
          </a:xfrm>
          <a:prstGeom prst="rect">
            <a:avLst/>
          </a:prstGeom>
          <a:gradFill>
            <a:gsLst>
              <a:gs pos="0">
                <a:srgbClr val="98A5D9"/>
              </a:gs>
              <a:gs pos="100000">
                <a:schemeClr val="lt1"/>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600">
              <a:solidFill>
                <a:schemeClr val="lt1"/>
              </a:solidFill>
              <a:latin typeface="Calibri"/>
              <a:ea typeface="Calibri"/>
              <a:cs typeface="Calibri"/>
              <a:sym typeface="Calibri"/>
            </a:endParaRPr>
          </a:p>
        </p:txBody>
      </p:sp>
      <p:sp>
        <p:nvSpPr>
          <p:cNvPr id="63" name="Google Shape;63;p4"/>
          <p:cNvSpPr/>
          <p:nvPr/>
        </p:nvSpPr>
        <p:spPr>
          <a:xfrm>
            <a:off x="922338" y="5475145"/>
            <a:ext cx="10058400" cy="26736675"/>
          </a:xfrm>
          <a:prstGeom prst="roundRect">
            <a:avLst>
              <a:gd fmla="val 1956" name="adj"/>
            </a:avLst>
          </a:prstGeom>
          <a:no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600">
              <a:solidFill>
                <a:schemeClr val="lt1"/>
              </a:solidFill>
              <a:latin typeface="Calibri"/>
              <a:ea typeface="Calibri"/>
              <a:cs typeface="Calibri"/>
              <a:sym typeface="Calibri"/>
            </a:endParaRPr>
          </a:p>
        </p:txBody>
      </p:sp>
      <p:sp>
        <p:nvSpPr>
          <p:cNvPr id="64" name="Google Shape;64;p4"/>
          <p:cNvSpPr/>
          <p:nvPr/>
        </p:nvSpPr>
        <p:spPr>
          <a:xfrm>
            <a:off x="11587692" y="5475142"/>
            <a:ext cx="10058400" cy="26736675"/>
          </a:xfrm>
          <a:prstGeom prst="roundRect">
            <a:avLst>
              <a:gd fmla="val 1956" name="adj"/>
            </a:avLst>
          </a:prstGeom>
          <a:no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600">
              <a:solidFill>
                <a:schemeClr val="lt1"/>
              </a:solidFill>
              <a:latin typeface="Calibri"/>
              <a:ea typeface="Calibri"/>
              <a:cs typeface="Calibri"/>
              <a:sym typeface="Calibri"/>
            </a:endParaRPr>
          </a:p>
        </p:txBody>
      </p:sp>
      <p:sp>
        <p:nvSpPr>
          <p:cNvPr id="65" name="Google Shape;65;p4"/>
          <p:cNvSpPr/>
          <p:nvPr/>
        </p:nvSpPr>
        <p:spPr>
          <a:xfrm>
            <a:off x="22253046" y="5475143"/>
            <a:ext cx="10058400" cy="26736675"/>
          </a:xfrm>
          <a:prstGeom prst="roundRect">
            <a:avLst>
              <a:gd fmla="val 1956" name="adj"/>
            </a:avLst>
          </a:prstGeom>
          <a:no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600">
              <a:solidFill>
                <a:schemeClr val="lt1"/>
              </a:solidFill>
              <a:latin typeface="Calibri"/>
              <a:ea typeface="Calibri"/>
              <a:cs typeface="Calibri"/>
              <a:sym typeface="Calibri"/>
            </a:endParaRPr>
          </a:p>
        </p:txBody>
      </p:sp>
      <p:sp>
        <p:nvSpPr>
          <p:cNvPr id="66" name="Google Shape;66;p4"/>
          <p:cNvSpPr/>
          <p:nvPr/>
        </p:nvSpPr>
        <p:spPr>
          <a:xfrm>
            <a:off x="32918399" y="5475144"/>
            <a:ext cx="10058400" cy="26736675"/>
          </a:xfrm>
          <a:prstGeom prst="roundRect">
            <a:avLst>
              <a:gd fmla="val 1956" name="adj"/>
            </a:avLst>
          </a:prstGeom>
          <a:no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600">
              <a:solidFill>
                <a:schemeClr val="lt1"/>
              </a:solidFill>
              <a:latin typeface="Calibri"/>
              <a:ea typeface="Calibri"/>
              <a:cs typeface="Calibri"/>
              <a:sym typeface="Calibri"/>
            </a:endParaRPr>
          </a:p>
        </p:txBody>
      </p:sp>
      <p:sp>
        <p:nvSpPr>
          <p:cNvPr id="67" name="Google Shape;67;p4"/>
          <p:cNvSpPr/>
          <p:nvPr/>
        </p:nvSpPr>
        <p:spPr>
          <a:xfrm>
            <a:off x="0" y="0"/>
            <a:ext cx="43891200" cy="4800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8600">
              <a:solidFill>
                <a:schemeClr val="dk1"/>
              </a:solidFill>
              <a:latin typeface="Calibri"/>
              <a:ea typeface="Calibri"/>
              <a:cs typeface="Calibri"/>
              <a:sym typeface="Calibri"/>
            </a:endParaRPr>
          </a:p>
        </p:txBody>
      </p:sp>
      <p:sp>
        <p:nvSpPr>
          <p:cNvPr id="68" name="Google Shape;68;p4"/>
          <p:cNvSpPr txBox="1"/>
          <p:nvPr/>
        </p:nvSpPr>
        <p:spPr>
          <a:xfrm>
            <a:off x="1567305" y="32390910"/>
            <a:ext cx="2514600" cy="336819"/>
          </a:xfrm>
          <a:prstGeom prst="rect">
            <a:avLst/>
          </a:prstGeom>
          <a:noFill/>
          <a:ln>
            <a:noFill/>
          </a:ln>
        </p:spPr>
        <p:txBody>
          <a:bodyPr anchorCtr="0" anchor="t" bIns="45600" lIns="91250" spcFirstLastPara="1" rIns="91250" wrap="square" tIns="45600">
            <a:spAutoFit/>
          </a:bodyPr>
          <a:lstStyle/>
          <a:p>
            <a:pPr indent="0" lvl="0" marL="0" marR="0" rtl="0" algn="l">
              <a:lnSpc>
                <a:spcPct val="65000"/>
              </a:lnSpc>
              <a:spcBef>
                <a:spcPts val="0"/>
              </a:spcBef>
              <a:spcAft>
                <a:spcPts val="0"/>
              </a:spcAft>
              <a:buNone/>
            </a:pPr>
            <a:r>
              <a:rPr b="1" lang="en-US" sz="500">
                <a:solidFill>
                  <a:srgbClr val="BFBFBF"/>
                </a:solidFill>
                <a:latin typeface="Arial"/>
                <a:ea typeface="Arial"/>
                <a:cs typeface="Arial"/>
                <a:sym typeface="Arial"/>
              </a:rPr>
              <a:t>RESEARCH POSTER PRESENTATION DESIGN © 2015</a:t>
            </a:r>
            <a:endParaRPr/>
          </a:p>
          <a:p>
            <a:pPr indent="0" lvl="0" marL="0" marR="0" rtl="0" algn="l">
              <a:lnSpc>
                <a:spcPct val="65000"/>
              </a:lnSpc>
              <a:spcBef>
                <a:spcPts val="550"/>
              </a:spcBef>
              <a:spcAft>
                <a:spcPts val="0"/>
              </a:spcAft>
              <a:buNone/>
            </a:pPr>
            <a:r>
              <a:rPr b="1" lang="en-US" sz="1100">
                <a:solidFill>
                  <a:srgbClr val="BFBFBF"/>
                </a:solidFill>
                <a:latin typeface="Arial"/>
                <a:ea typeface="Arial"/>
                <a:cs typeface="Arial"/>
                <a:sym typeface="Arial"/>
              </a:rPr>
              <a:t>www.PosterPresentations.com</a:t>
            </a:r>
            <a:endParaRPr/>
          </a:p>
        </p:txBody>
      </p:sp>
      <p:grpSp>
        <p:nvGrpSpPr>
          <p:cNvPr id="69" name="Google Shape;69;p4"/>
          <p:cNvGrpSpPr/>
          <p:nvPr/>
        </p:nvGrpSpPr>
        <p:grpSpPr>
          <a:xfrm>
            <a:off x="-11225189" y="-1"/>
            <a:ext cx="11018865" cy="32918401"/>
            <a:chOff x="-11225189" y="-1"/>
            <a:chExt cx="11018865" cy="32918401"/>
          </a:xfrm>
        </p:grpSpPr>
        <p:sp>
          <p:nvSpPr>
            <p:cNvPr id="70" name="Google Shape;70;p4"/>
            <p:cNvSpPr/>
            <p:nvPr/>
          </p:nvSpPr>
          <p:spPr>
            <a:xfrm>
              <a:off x="-11216136" y="-1"/>
              <a:ext cx="11009812" cy="32918401"/>
            </a:xfrm>
            <a:prstGeom prst="rect">
              <a:avLst/>
            </a:prstGeom>
            <a:solidFill>
              <a:srgbClr val="0C0C0C"/>
            </a:solidFill>
            <a:ln>
              <a:noFill/>
            </a:ln>
          </p:spPr>
          <p:txBody>
            <a:bodyPr anchorCtr="0" anchor="t" bIns="0" lIns="457200" spcFirstLastPara="1" rIns="457200" wrap="square" tIns="457200">
              <a:noAutofit/>
            </a:bodyPr>
            <a:lstStyle/>
            <a:p>
              <a:pPr indent="0" lvl="0" marL="0" marR="0" rtl="0" algn="ctr">
                <a:lnSpc>
                  <a:spcPct val="100000"/>
                </a:lnSpc>
                <a:spcBef>
                  <a:spcPts val="0"/>
                </a:spcBef>
                <a:spcAft>
                  <a:spcPts val="0"/>
                </a:spcAft>
                <a:buClr>
                  <a:srgbClr val="FF0000"/>
                </a:buClr>
                <a:buSzPts val="3200"/>
                <a:buFont typeface="Trebuchet MS"/>
                <a:buNone/>
              </a:pPr>
              <a:r>
                <a:rPr b="1" lang="en-US" sz="3200">
                  <a:solidFill>
                    <a:srgbClr val="FF0000"/>
                  </a:solidFill>
                  <a:latin typeface="Trebuchet MS"/>
                  <a:ea typeface="Trebuchet MS"/>
                  <a:cs typeface="Trebuchet MS"/>
                  <a:sym typeface="Trebuchet MS"/>
                </a:rPr>
                <a:t>(—THIS SIDEBAR DOES NOT PRINT—)</a:t>
              </a:r>
              <a:endParaRPr b="1" sz="32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b="1" lang="en-US" sz="4000">
                  <a:solidFill>
                    <a:schemeClr val="lt1"/>
                  </a:solidFill>
                  <a:latin typeface="Trebuchet MS"/>
                  <a:ea typeface="Trebuchet MS"/>
                  <a:cs typeface="Trebuchet MS"/>
                  <a:sym typeface="Trebuchet MS"/>
                </a:rPr>
                <a:t>DESIGN</a:t>
              </a:r>
              <a:r>
                <a:rPr b="1" lang="en-US" sz="4000">
                  <a:solidFill>
                    <a:schemeClr val="lt1"/>
                  </a:solidFill>
                  <a:latin typeface="Trebuchet MS"/>
                  <a:ea typeface="Trebuchet MS"/>
                  <a:cs typeface="Trebuchet MS"/>
                  <a:sym typeface="Trebuchet MS"/>
                </a:rPr>
                <a:t> </a:t>
              </a:r>
              <a:r>
                <a:rPr b="1" lang="en-US" sz="4000">
                  <a:solidFill>
                    <a:schemeClr val="lt1"/>
                  </a:solidFill>
                  <a:latin typeface="Trebuchet MS"/>
                  <a:ea typeface="Trebuchet MS"/>
                  <a:cs typeface="Trebuchet MS"/>
                  <a:sym typeface="Trebuchet MS"/>
                </a:rPr>
                <a:t>GUIDE</a:t>
              </a:r>
              <a:endParaRPr/>
            </a:p>
            <a:p>
              <a:pPr indent="0" lvl="0" marL="0" marR="0" rtl="0" algn="ctr">
                <a:spcBef>
                  <a:spcPts val="0"/>
                </a:spcBef>
                <a:spcAft>
                  <a:spcPts val="0"/>
                </a:spcAft>
                <a:buNone/>
              </a:pPr>
              <a:r>
                <a:t/>
              </a:r>
              <a:endParaRPr b="1" sz="2800">
                <a:solidFill>
                  <a:schemeClr val="lt1"/>
                </a:solidFill>
                <a:latin typeface="Trebuchet MS"/>
                <a:ea typeface="Trebuchet MS"/>
                <a:cs typeface="Trebuchet MS"/>
                <a:sym typeface="Trebuchet MS"/>
              </a:endParaRPr>
            </a:p>
            <a:p>
              <a:pPr indent="0" lvl="0" marL="0" marR="0" rtl="0" algn="l">
                <a:spcBef>
                  <a:spcPts val="0"/>
                </a:spcBef>
                <a:spcAft>
                  <a:spcPts val="0"/>
                </a:spcAft>
                <a:buNone/>
              </a:pPr>
              <a:r>
                <a:rPr i="0" lang="en-US" sz="2800">
                  <a:solidFill>
                    <a:schemeClr val="lt1"/>
                  </a:solidFill>
                  <a:latin typeface="Trebuchet MS"/>
                  <a:ea typeface="Trebuchet MS"/>
                  <a:cs typeface="Trebuchet MS"/>
                  <a:sym typeface="Trebuchet MS"/>
                </a:rPr>
                <a:t>This PowerPoint</a:t>
              </a:r>
              <a:r>
                <a:rPr i="0" lang="en-US" sz="2800">
                  <a:solidFill>
                    <a:schemeClr val="lt1"/>
                  </a:solidFill>
                  <a:latin typeface="Trebuchet MS"/>
                  <a:ea typeface="Trebuchet MS"/>
                  <a:cs typeface="Trebuchet MS"/>
                  <a:sym typeface="Trebuchet MS"/>
                </a:rPr>
                <a:t> </a:t>
              </a:r>
              <a:r>
                <a:rPr i="0" lang="en-US" sz="2800">
                  <a:solidFill>
                    <a:schemeClr val="lt1"/>
                  </a:solidFill>
                  <a:latin typeface="Trebuchet MS"/>
                  <a:ea typeface="Trebuchet MS"/>
                  <a:cs typeface="Trebuchet MS"/>
                  <a:sym typeface="Trebuchet MS"/>
                </a:rPr>
                <a:t>2007 template produces</a:t>
              </a:r>
              <a:r>
                <a:rPr i="0" lang="en-US" sz="2800">
                  <a:solidFill>
                    <a:schemeClr val="lt1"/>
                  </a:solidFill>
                  <a:latin typeface="Trebuchet MS"/>
                  <a:ea typeface="Trebuchet MS"/>
                  <a:cs typeface="Trebuchet MS"/>
                  <a:sym typeface="Trebuchet MS"/>
                </a:rPr>
                <a:t> </a:t>
              </a:r>
              <a:r>
                <a:rPr i="0" lang="en-US" sz="2800">
                  <a:solidFill>
                    <a:schemeClr val="lt1"/>
                  </a:solidFill>
                  <a:latin typeface="Trebuchet MS"/>
                  <a:ea typeface="Trebuchet MS"/>
                  <a:cs typeface="Trebuchet MS"/>
                  <a:sym typeface="Trebuchet MS"/>
                </a:rPr>
                <a:t>a 36”x48” presentation poster. </a:t>
              </a:r>
              <a:r>
                <a:rPr lang="en-US" sz="2800">
                  <a:solidFill>
                    <a:schemeClr val="lt1"/>
                  </a:solidFill>
                  <a:latin typeface="Trebuchet MS"/>
                  <a:ea typeface="Trebuchet MS"/>
                  <a:cs typeface="Trebuchet MS"/>
                  <a:sym typeface="Trebuchet MS"/>
                </a:rPr>
                <a:t>You</a:t>
              </a:r>
              <a:r>
                <a:rPr lang="en-US" sz="2800">
                  <a:solidFill>
                    <a:schemeClr val="lt1"/>
                  </a:solidFill>
                  <a:latin typeface="Trebuchet MS"/>
                  <a:ea typeface="Trebuchet MS"/>
                  <a:cs typeface="Trebuchet MS"/>
                  <a:sym typeface="Trebuchet MS"/>
                </a:rPr>
                <a:t> can u</a:t>
              </a:r>
              <a:r>
                <a:rPr lang="en-US" sz="2800">
                  <a:solidFill>
                    <a:schemeClr val="lt1"/>
                  </a:solidFill>
                  <a:latin typeface="Trebuchet MS"/>
                  <a:ea typeface="Trebuchet MS"/>
                  <a:cs typeface="Trebuchet MS"/>
                  <a:sym typeface="Trebuchet MS"/>
                </a:rPr>
                <a:t>se</a:t>
              </a:r>
              <a:r>
                <a:rPr lang="en-US" sz="2800">
                  <a:solidFill>
                    <a:schemeClr val="lt1"/>
                  </a:solidFill>
                  <a:latin typeface="Trebuchet MS"/>
                  <a:ea typeface="Trebuchet MS"/>
                  <a:cs typeface="Trebuchet MS"/>
                  <a:sym typeface="Trebuchet MS"/>
                </a:rPr>
                <a:t> it to create your research poster and </a:t>
              </a:r>
              <a:r>
                <a:rPr lang="en-US" sz="2800">
                  <a:solidFill>
                    <a:schemeClr val="lt1"/>
                  </a:solidFill>
                  <a:latin typeface="Trebuchet MS"/>
                  <a:ea typeface="Trebuchet MS"/>
                  <a:cs typeface="Trebuchet MS"/>
                  <a:sym typeface="Trebuchet MS"/>
                </a:rPr>
                <a:t>save valuable time placing titles, subtitles,</a:t>
              </a:r>
              <a:r>
                <a:rPr lang="en-US" sz="2800">
                  <a:solidFill>
                    <a:schemeClr val="lt1"/>
                  </a:solidFill>
                  <a:latin typeface="Trebuchet MS"/>
                  <a:ea typeface="Trebuchet MS"/>
                  <a:cs typeface="Trebuchet MS"/>
                  <a:sym typeface="Trebuchet MS"/>
                </a:rPr>
                <a:t> text, and graphics</a:t>
              </a:r>
              <a:r>
                <a:rPr lang="en-US" sz="2800">
                  <a:solidFill>
                    <a:schemeClr val="lt1"/>
                  </a:solidFill>
                  <a:latin typeface="Trebuchet MS"/>
                  <a:ea typeface="Trebuchet MS"/>
                  <a:cs typeface="Trebuchet MS"/>
                  <a:sym typeface="Trebuchet MS"/>
                </a:rPr>
                <a:t>. </a:t>
              </a:r>
              <a:endParaRPr/>
            </a:p>
            <a:p>
              <a:pPr indent="0" lvl="0" marL="0" marR="0" rtl="0" algn="l">
                <a:spcBef>
                  <a:spcPts val="0"/>
                </a:spcBef>
                <a:spcAft>
                  <a:spcPts val="0"/>
                </a:spcAft>
                <a:buNone/>
              </a:pPr>
              <a:r>
                <a:t/>
              </a:r>
              <a:endParaRPr sz="2800">
                <a:solidFill>
                  <a:schemeClr val="lt1"/>
                </a:solidFill>
                <a:latin typeface="Trebuchet MS"/>
                <a:ea typeface="Trebuchet MS"/>
                <a:cs typeface="Trebuchet MS"/>
                <a:sym typeface="Trebuchet MS"/>
              </a:endParaRPr>
            </a:p>
            <a:p>
              <a:pPr indent="0" lvl="0" marL="0" marR="0" rtl="0" algn="l">
                <a:spcBef>
                  <a:spcPts val="0"/>
                </a:spcBef>
                <a:spcAft>
                  <a:spcPts val="0"/>
                </a:spcAft>
                <a:buNone/>
              </a:pPr>
              <a:r>
                <a:rPr lang="en-US" sz="2800">
                  <a:solidFill>
                    <a:schemeClr val="lt1"/>
                  </a:solidFill>
                  <a:latin typeface="Trebuchet MS"/>
                  <a:ea typeface="Trebuchet MS"/>
                  <a:cs typeface="Trebuchet MS"/>
                  <a:sym typeface="Trebuchet MS"/>
                </a:rPr>
                <a:t>We provide a series of online tutorials that will guide you through the poster design process and answer your poster production questions. To view our template tutorials, go online to </a:t>
              </a:r>
              <a:r>
                <a:rPr b="1" lang="en-US" sz="2800">
                  <a:solidFill>
                    <a:srgbClr val="FFC000"/>
                  </a:solidFill>
                  <a:latin typeface="Trebuchet MS"/>
                  <a:ea typeface="Trebuchet MS"/>
                  <a:cs typeface="Trebuchet MS"/>
                  <a:sym typeface="Trebuchet MS"/>
                </a:rPr>
                <a:t>PosterPresentations.com</a:t>
              </a:r>
              <a:r>
                <a:rPr b="1" lang="en-US" sz="2800">
                  <a:solidFill>
                    <a:schemeClr val="lt1"/>
                  </a:solidFill>
                  <a:latin typeface="Trebuchet MS"/>
                  <a:ea typeface="Trebuchet MS"/>
                  <a:cs typeface="Trebuchet MS"/>
                  <a:sym typeface="Trebuchet MS"/>
                </a:rPr>
                <a:t> </a:t>
              </a:r>
              <a:r>
                <a:rPr lang="en-US" sz="2800">
                  <a:solidFill>
                    <a:schemeClr val="lt1"/>
                  </a:solidFill>
                  <a:latin typeface="Trebuchet MS"/>
                  <a:ea typeface="Trebuchet MS"/>
                  <a:cs typeface="Trebuchet MS"/>
                  <a:sym typeface="Trebuchet MS"/>
                </a:rPr>
                <a:t>and click on HELP DESK.</a:t>
              </a:r>
              <a:endParaRPr/>
            </a:p>
            <a:p>
              <a:pPr indent="0" lvl="0" marL="0" marR="0" rtl="0" algn="l">
                <a:spcBef>
                  <a:spcPts val="0"/>
                </a:spcBef>
                <a:spcAft>
                  <a:spcPts val="0"/>
                </a:spcAft>
                <a:buNone/>
              </a:pPr>
              <a:r>
                <a:t/>
              </a:r>
              <a:endParaRPr sz="2800">
                <a:solidFill>
                  <a:schemeClr val="lt1"/>
                </a:solidFill>
                <a:latin typeface="Trebuchet MS"/>
                <a:ea typeface="Trebuchet MS"/>
                <a:cs typeface="Trebuchet MS"/>
                <a:sym typeface="Trebuchet MS"/>
              </a:endParaRPr>
            </a:p>
            <a:p>
              <a:pPr indent="0" lvl="0" marL="0" marR="0" rtl="0" algn="l">
                <a:spcBef>
                  <a:spcPts val="0"/>
                </a:spcBef>
                <a:spcAft>
                  <a:spcPts val="0"/>
                </a:spcAft>
                <a:buNone/>
              </a:pPr>
              <a:r>
                <a:rPr lang="en-US" sz="2800">
                  <a:solidFill>
                    <a:schemeClr val="lt1"/>
                  </a:solidFill>
                  <a:latin typeface="Trebuchet MS"/>
                  <a:ea typeface="Trebuchet MS"/>
                  <a:cs typeface="Trebuchet MS"/>
                  <a:sym typeface="Trebuchet MS"/>
                </a:rPr>
                <a:t>When</a:t>
              </a:r>
              <a:r>
                <a:rPr lang="en-US" sz="2800">
                  <a:solidFill>
                    <a:schemeClr val="lt1"/>
                  </a:solidFill>
                  <a:latin typeface="Trebuchet MS"/>
                  <a:ea typeface="Trebuchet MS"/>
                  <a:cs typeface="Trebuchet MS"/>
                  <a:sym typeface="Trebuchet MS"/>
                </a:rPr>
                <a:t> you are ready to print your poster</a:t>
              </a:r>
              <a:r>
                <a:rPr lang="en-US" sz="2800">
                  <a:solidFill>
                    <a:schemeClr val="lt1"/>
                  </a:solidFill>
                  <a:latin typeface="Trebuchet MS"/>
                  <a:ea typeface="Trebuchet MS"/>
                  <a:cs typeface="Trebuchet MS"/>
                  <a:sym typeface="Trebuchet MS"/>
                </a:rPr>
                <a:t>,</a:t>
              </a:r>
              <a:r>
                <a:rPr lang="en-US" sz="2800">
                  <a:solidFill>
                    <a:schemeClr val="lt1"/>
                  </a:solidFill>
                  <a:latin typeface="Trebuchet MS"/>
                  <a:ea typeface="Trebuchet MS"/>
                  <a:cs typeface="Trebuchet MS"/>
                  <a:sym typeface="Trebuchet MS"/>
                </a:rPr>
                <a:t> go online to </a:t>
              </a:r>
              <a:r>
                <a:rPr b="0" lang="en-US" sz="2800">
                  <a:solidFill>
                    <a:schemeClr val="lt1"/>
                  </a:solidFill>
                  <a:latin typeface="Trebuchet MS"/>
                  <a:ea typeface="Trebuchet MS"/>
                  <a:cs typeface="Trebuchet MS"/>
                  <a:sym typeface="Trebuchet MS"/>
                </a:rPr>
                <a:t>PosterPresentations.com</a:t>
              </a:r>
              <a:br>
                <a:rPr lang="en-US" sz="2800">
                  <a:solidFill>
                    <a:schemeClr val="lt1"/>
                  </a:solidFill>
                  <a:latin typeface="Trebuchet MS"/>
                  <a:ea typeface="Trebuchet MS"/>
                  <a:cs typeface="Trebuchet MS"/>
                  <a:sym typeface="Trebuchet MS"/>
                </a:rPr>
              </a:br>
              <a:endParaRPr sz="2800">
                <a:solidFill>
                  <a:schemeClr val="lt1"/>
                </a:solidFill>
                <a:latin typeface="Trebuchet MS"/>
                <a:ea typeface="Trebuchet MS"/>
                <a:cs typeface="Trebuchet MS"/>
                <a:sym typeface="Trebuchet MS"/>
              </a:endParaRPr>
            </a:p>
            <a:p>
              <a:pPr indent="0" lvl="0" marL="0" marR="0" rtl="0" algn="l">
                <a:spcBef>
                  <a:spcPts val="0"/>
                </a:spcBef>
                <a:spcAft>
                  <a:spcPts val="0"/>
                </a:spcAft>
                <a:buNone/>
              </a:pPr>
              <a:r>
                <a:rPr b="0" lang="en-US" sz="2800">
                  <a:solidFill>
                    <a:schemeClr val="lt1"/>
                  </a:solidFill>
                  <a:latin typeface="Trebuchet MS"/>
                  <a:ea typeface="Trebuchet MS"/>
                  <a:cs typeface="Trebuchet MS"/>
                  <a:sym typeface="Trebuchet MS"/>
                </a:rPr>
                <a:t>Need</a:t>
              </a:r>
              <a:r>
                <a:rPr b="0" lang="en-US" sz="2800">
                  <a:solidFill>
                    <a:schemeClr val="lt1"/>
                  </a:solidFill>
                  <a:latin typeface="Trebuchet MS"/>
                  <a:ea typeface="Trebuchet MS"/>
                  <a:cs typeface="Trebuchet MS"/>
                  <a:sym typeface="Trebuchet MS"/>
                </a:rPr>
                <a:t> assistance? Call us at </a:t>
              </a:r>
              <a:r>
                <a:rPr b="0" lang="en-US" sz="2800">
                  <a:solidFill>
                    <a:srgbClr val="FFC000"/>
                  </a:solidFill>
                  <a:latin typeface="Trebuchet MS"/>
                  <a:ea typeface="Trebuchet MS"/>
                  <a:cs typeface="Trebuchet MS"/>
                  <a:sym typeface="Trebuchet MS"/>
                </a:rPr>
                <a:t>1.510.649.3001</a:t>
              </a:r>
              <a:endParaRPr/>
            </a:p>
            <a:p>
              <a:pPr indent="0" lvl="0" marL="0" marR="0" rtl="0" algn="l">
                <a:spcBef>
                  <a:spcPts val="0"/>
                </a:spcBef>
                <a:spcAft>
                  <a:spcPts val="0"/>
                </a:spcAft>
                <a:buNone/>
              </a:pPr>
              <a:r>
                <a:t/>
              </a:r>
              <a:endParaRPr b="1" sz="3600">
                <a:solidFill>
                  <a:srgbClr val="FFFF00"/>
                </a:solidFill>
                <a:latin typeface="Trebuchet MS"/>
                <a:ea typeface="Trebuchet MS"/>
                <a:cs typeface="Trebuchet MS"/>
                <a:sym typeface="Trebuchet MS"/>
              </a:endParaRPr>
            </a:p>
            <a:p>
              <a:pPr indent="0" lvl="0" marL="0" marR="0" rtl="0" algn="ctr">
                <a:spcBef>
                  <a:spcPts val="0"/>
                </a:spcBef>
                <a:spcAft>
                  <a:spcPts val="0"/>
                </a:spcAft>
                <a:buNone/>
              </a:pPr>
              <a:r>
                <a:t/>
              </a:r>
              <a:endParaRPr b="1" sz="24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b="1" lang="en-US" sz="4000">
                  <a:solidFill>
                    <a:schemeClr val="lt1"/>
                  </a:solidFill>
                  <a:latin typeface="Trebuchet MS"/>
                  <a:ea typeface="Trebuchet MS"/>
                  <a:cs typeface="Trebuchet MS"/>
                  <a:sym typeface="Trebuchet MS"/>
                </a:rPr>
                <a:t>QUICK START</a:t>
              </a:r>
              <a:endParaRPr/>
            </a:p>
            <a:p>
              <a:pPr indent="0" lvl="0" marL="0" marR="0" rtl="0" algn="ctr">
                <a:spcBef>
                  <a:spcPts val="0"/>
                </a:spcBef>
                <a:spcAft>
                  <a:spcPts val="0"/>
                </a:spcAft>
                <a:buNone/>
              </a:pPr>
              <a:r>
                <a:t/>
              </a:r>
              <a:endParaRPr b="1" sz="32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b="1" lang="en-US" sz="3200">
                  <a:solidFill>
                    <a:srgbClr val="FFC000"/>
                  </a:solidFill>
                  <a:latin typeface="Trebuchet MS"/>
                  <a:ea typeface="Trebuchet MS"/>
                  <a:cs typeface="Trebuchet MS"/>
                  <a:sym typeface="Trebuchet MS"/>
                </a:rPr>
                <a:t>Zoom in and out</a:t>
              </a:r>
              <a:endParaRPr/>
            </a:p>
            <a:p>
              <a:pPr indent="-1892300" lvl="0" marL="1892300" marR="0" rtl="0" algn="l">
                <a:spcBef>
                  <a:spcPts val="0"/>
                </a:spcBef>
                <a:spcAft>
                  <a:spcPts val="0"/>
                </a:spcAft>
                <a:buNone/>
              </a:pPr>
              <a:r>
                <a:rPr b="0" lang="en-US" sz="2400">
                  <a:solidFill>
                    <a:schemeClr val="lt1"/>
                  </a:solidFill>
                  <a:latin typeface="Trebuchet MS"/>
                  <a:ea typeface="Trebuchet MS"/>
                  <a:cs typeface="Trebuchet MS"/>
                  <a:sym typeface="Trebuchet MS"/>
                </a:rPr>
                <a:t>	</a:t>
              </a:r>
              <a:r>
                <a:rPr b="0" lang="en-US" sz="2400">
                  <a:solidFill>
                    <a:srgbClr val="BFBFBF"/>
                  </a:solidFill>
                  <a:latin typeface="Trebuchet MS"/>
                  <a:ea typeface="Trebuchet MS"/>
                  <a:cs typeface="Trebuchet MS"/>
                  <a:sym typeface="Trebuchet MS"/>
                </a:rPr>
                <a:t>As you work on your poster zoom in and out to the level that is more comfortable to you. </a:t>
              </a:r>
              <a:endParaRPr/>
            </a:p>
            <a:p>
              <a:pPr indent="-1892300" lvl="0" marL="1892300" marR="0" rtl="0" algn="l">
                <a:spcBef>
                  <a:spcPts val="0"/>
                </a:spcBef>
                <a:spcAft>
                  <a:spcPts val="0"/>
                </a:spcAft>
                <a:buNone/>
              </a:pPr>
              <a:r>
                <a:rPr b="1" lang="en-US" sz="2400">
                  <a:solidFill>
                    <a:srgbClr val="BFBFBF"/>
                  </a:solidFill>
                  <a:latin typeface="Trebuchet MS"/>
                  <a:ea typeface="Trebuchet MS"/>
                  <a:cs typeface="Trebuchet MS"/>
                  <a:sym typeface="Trebuchet MS"/>
                </a:rPr>
                <a:t>	</a:t>
              </a:r>
              <a:r>
                <a:rPr b="0" lang="en-US" sz="2400">
                  <a:solidFill>
                    <a:srgbClr val="BFBFBF"/>
                  </a:solidFill>
                  <a:latin typeface="Trebuchet MS"/>
                  <a:ea typeface="Trebuchet MS"/>
                  <a:cs typeface="Trebuchet MS"/>
                  <a:sym typeface="Trebuchet MS"/>
                </a:rPr>
                <a:t>Go to VIEW &gt; ZOOM.</a:t>
              </a:r>
              <a:endParaRPr/>
            </a:p>
            <a:p>
              <a:pPr indent="0" lvl="0" marL="0" marR="0" rtl="0" algn="l">
                <a:spcBef>
                  <a:spcPts val="0"/>
                </a:spcBef>
                <a:spcAft>
                  <a:spcPts val="0"/>
                </a:spcAft>
                <a:buNone/>
              </a:pPr>
              <a:r>
                <a:t/>
              </a:r>
              <a:endParaRPr b="0" sz="28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b="1" lang="en-US" sz="3200">
                  <a:solidFill>
                    <a:srgbClr val="FFC000"/>
                  </a:solidFill>
                  <a:latin typeface="Trebuchet MS"/>
                  <a:ea typeface="Trebuchet MS"/>
                  <a:cs typeface="Trebuchet MS"/>
                  <a:sym typeface="Trebuchet MS"/>
                </a:rPr>
                <a:t>Title, Authors, and Affiliations</a:t>
              </a:r>
              <a:endParaRPr/>
            </a:p>
            <a:p>
              <a:pPr indent="0" lvl="0" marL="0" marR="0" rtl="0" algn="l">
                <a:spcBef>
                  <a:spcPts val="0"/>
                </a:spcBef>
                <a:spcAft>
                  <a:spcPts val="0"/>
                </a:spcAft>
                <a:buNone/>
              </a:pPr>
              <a:r>
                <a:rPr b="0" lang="en-US" sz="2400">
                  <a:solidFill>
                    <a:srgbClr val="BFBFBF"/>
                  </a:solidFill>
                  <a:latin typeface="Trebuchet MS"/>
                  <a:ea typeface="Trebuchet MS"/>
                  <a:cs typeface="Trebuchet MS"/>
                  <a:sym typeface="Trebuchet MS"/>
                </a:rPr>
                <a:t>Start designing your poster by adding the title, the names of the authors, and the affiliated institutions. You can type or paste text into the provided boxes. The template will automatically adjust the size of your text to fit the title box. You can manually override this feature and change the size of your text. </a:t>
              </a:r>
              <a:endParaRPr/>
            </a:p>
            <a:p>
              <a:pPr indent="0" lvl="0" marL="0" marR="0" rtl="0" algn="l">
                <a:spcBef>
                  <a:spcPts val="0"/>
                </a:spcBef>
                <a:spcAft>
                  <a:spcPts val="0"/>
                </a:spcAft>
                <a:buNone/>
              </a:pPr>
              <a:r>
                <a:t/>
              </a:r>
              <a:endParaRPr b="0" sz="2400">
                <a:solidFill>
                  <a:srgbClr val="BFBFBF"/>
                </a:solidFill>
                <a:latin typeface="Trebuchet MS"/>
                <a:ea typeface="Trebuchet MS"/>
                <a:cs typeface="Trebuchet MS"/>
                <a:sym typeface="Trebuchet MS"/>
              </a:endParaRPr>
            </a:p>
            <a:p>
              <a:pPr indent="0" lvl="0" marL="0" marR="0" rtl="0" algn="l">
                <a:spcBef>
                  <a:spcPts val="0"/>
                </a:spcBef>
                <a:spcAft>
                  <a:spcPts val="0"/>
                </a:spcAft>
                <a:buNone/>
              </a:pPr>
              <a:r>
                <a:rPr b="1" lang="en-US" sz="2400">
                  <a:solidFill>
                    <a:srgbClr val="FFC000"/>
                  </a:solidFill>
                  <a:latin typeface="Trebuchet MS"/>
                  <a:ea typeface="Trebuchet MS"/>
                  <a:cs typeface="Trebuchet MS"/>
                  <a:sym typeface="Trebuchet MS"/>
                </a:rPr>
                <a:t>TIP: </a:t>
              </a:r>
              <a:r>
                <a:rPr b="0" lang="en-US" sz="2400">
                  <a:solidFill>
                    <a:srgbClr val="BFBFBF"/>
                  </a:solidFill>
                  <a:latin typeface="Trebuchet MS"/>
                  <a:ea typeface="Trebuchet MS"/>
                  <a:cs typeface="Trebuchet MS"/>
                  <a:sym typeface="Trebuchet MS"/>
                </a:rPr>
                <a:t>The font size of your title should be bigger than your name(s) and institution name(s).</a:t>
              </a:r>
              <a:endParaRPr/>
            </a:p>
            <a:p>
              <a:pPr indent="0" lvl="0" marL="0" marR="0" rtl="0" algn="l">
                <a:spcBef>
                  <a:spcPts val="0"/>
                </a:spcBef>
                <a:spcAft>
                  <a:spcPts val="0"/>
                </a:spcAft>
                <a:buNone/>
              </a:pPr>
              <a:br>
                <a:rPr b="1" lang="en-US" sz="2800">
                  <a:solidFill>
                    <a:schemeClr val="lt1"/>
                  </a:solidFill>
                  <a:latin typeface="Trebuchet MS"/>
                  <a:ea typeface="Trebuchet MS"/>
                  <a:cs typeface="Trebuchet MS"/>
                  <a:sym typeface="Trebuchet MS"/>
                </a:rPr>
              </a:br>
              <a:endParaRPr b="1" sz="28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t/>
              </a:r>
              <a:endParaRPr b="1" sz="2800">
                <a:solidFill>
                  <a:srgbClr val="FFC000"/>
                </a:solidFill>
                <a:latin typeface="Trebuchet MS"/>
                <a:ea typeface="Trebuchet MS"/>
                <a:cs typeface="Trebuchet MS"/>
                <a:sym typeface="Trebuchet MS"/>
              </a:endParaRPr>
            </a:p>
            <a:p>
              <a:pPr indent="0" lvl="0" marL="0" marR="0" rtl="0" algn="ctr">
                <a:spcBef>
                  <a:spcPts val="0"/>
                </a:spcBef>
                <a:spcAft>
                  <a:spcPts val="0"/>
                </a:spcAft>
                <a:buNone/>
              </a:pPr>
              <a:r>
                <a:t/>
              </a:r>
              <a:endParaRPr b="1" sz="2800">
                <a:solidFill>
                  <a:srgbClr val="FFC000"/>
                </a:solidFill>
                <a:latin typeface="Trebuchet MS"/>
                <a:ea typeface="Trebuchet MS"/>
                <a:cs typeface="Trebuchet MS"/>
                <a:sym typeface="Trebuchet MS"/>
              </a:endParaRPr>
            </a:p>
            <a:p>
              <a:pPr indent="0" lvl="0" marL="0" marR="0" rtl="0" algn="ctr">
                <a:spcBef>
                  <a:spcPts val="0"/>
                </a:spcBef>
                <a:spcAft>
                  <a:spcPts val="0"/>
                </a:spcAft>
                <a:buNone/>
              </a:pPr>
              <a:r>
                <a:rPr b="1" lang="en-US" sz="3200">
                  <a:solidFill>
                    <a:srgbClr val="FFC000"/>
                  </a:solidFill>
                  <a:latin typeface="Trebuchet MS"/>
                  <a:ea typeface="Trebuchet MS"/>
                  <a:cs typeface="Trebuchet MS"/>
                  <a:sym typeface="Trebuchet MS"/>
                </a:rPr>
                <a:t>Adding Logos</a:t>
              </a:r>
              <a:r>
                <a:rPr b="1" lang="en-US" sz="3200">
                  <a:solidFill>
                    <a:srgbClr val="FFC000"/>
                  </a:solidFill>
                  <a:latin typeface="Trebuchet MS"/>
                  <a:ea typeface="Trebuchet MS"/>
                  <a:cs typeface="Trebuchet MS"/>
                  <a:sym typeface="Trebuchet MS"/>
                </a:rPr>
                <a:t> / Seals</a:t>
              </a:r>
              <a:endParaRPr/>
            </a:p>
            <a:p>
              <a:pPr indent="0" lvl="0" marL="0" marR="0" rtl="0" algn="l">
                <a:spcBef>
                  <a:spcPts val="0"/>
                </a:spcBef>
                <a:spcAft>
                  <a:spcPts val="0"/>
                </a:spcAft>
                <a:buNone/>
              </a:pPr>
              <a:r>
                <a:rPr b="0" lang="en-US" sz="2400">
                  <a:solidFill>
                    <a:srgbClr val="BFBFBF"/>
                  </a:solidFill>
                  <a:latin typeface="Trebuchet MS"/>
                  <a:ea typeface="Trebuchet MS"/>
                  <a:cs typeface="Trebuchet MS"/>
                  <a:sym typeface="Trebuchet MS"/>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endParaRPr/>
            </a:p>
            <a:p>
              <a:pPr indent="0" lvl="0" marL="0" marR="0" rtl="0" algn="l">
                <a:spcBef>
                  <a:spcPts val="0"/>
                </a:spcBef>
                <a:spcAft>
                  <a:spcPts val="0"/>
                </a:spcAft>
                <a:buNone/>
              </a:pPr>
              <a:r>
                <a:t/>
              </a:r>
              <a:endParaRPr b="0" sz="2400">
                <a:solidFill>
                  <a:srgbClr val="BFBFBF"/>
                </a:solidFill>
                <a:latin typeface="Trebuchet MS"/>
                <a:ea typeface="Trebuchet MS"/>
                <a:cs typeface="Trebuchet MS"/>
                <a:sym typeface="Trebuchet MS"/>
              </a:endParaRPr>
            </a:p>
            <a:p>
              <a:pPr indent="0" lvl="0" marL="0" marR="0" rtl="0" algn="l">
                <a:spcBef>
                  <a:spcPts val="0"/>
                </a:spcBef>
                <a:spcAft>
                  <a:spcPts val="0"/>
                </a:spcAft>
                <a:buNone/>
              </a:pPr>
              <a:r>
                <a:rPr b="1" lang="en-US" sz="2400">
                  <a:solidFill>
                    <a:srgbClr val="FFC000"/>
                  </a:solidFill>
                  <a:latin typeface="Trebuchet MS"/>
                  <a:ea typeface="Trebuchet MS"/>
                  <a:cs typeface="Trebuchet MS"/>
                  <a:sym typeface="Trebuchet MS"/>
                </a:rPr>
                <a:t>TIP: </a:t>
              </a:r>
              <a:r>
                <a:rPr b="0" lang="en-US" sz="2400">
                  <a:solidFill>
                    <a:srgbClr val="BFBFBF"/>
                  </a:solidFill>
                  <a:latin typeface="Trebuchet MS"/>
                  <a:ea typeface="Trebuchet MS"/>
                  <a:cs typeface="Trebuchet MS"/>
                  <a:sym typeface="Trebuchet MS"/>
                </a:rPr>
                <a:t>See if your school’s logo is available on our free poster templates page.</a:t>
              </a:r>
              <a:endParaRPr/>
            </a:p>
            <a:p>
              <a:pPr indent="0" lvl="0" marL="0" marR="0" rtl="0" algn="l">
                <a:spcBef>
                  <a:spcPts val="0"/>
                </a:spcBef>
                <a:spcAft>
                  <a:spcPts val="0"/>
                </a:spcAft>
                <a:buNone/>
              </a:pPr>
              <a:r>
                <a:t/>
              </a:r>
              <a:endParaRPr b="0" sz="24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b="1" lang="en-US" sz="3200">
                  <a:solidFill>
                    <a:srgbClr val="FFC000"/>
                  </a:solidFill>
                  <a:latin typeface="Trebuchet MS"/>
                  <a:ea typeface="Trebuchet MS"/>
                  <a:cs typeface="Trebuchet MS"/>
                  <a:sym typeface="Trebuchet MS"/>
                </a:rPr>
                <a:t>Photographs / Graphics</a:t>
              </a:r>
              <a:endParaRPr/>
            </a:p>
            <a:p>
              <a:pPr indent="0" lvl="0" marL="0" marR="0" rtl="0" algn="l">
                <a:spcBef>
                  <a:spcPts val="0"/>
                </a:spcBef>
                <a:spcAft>
                  <a:spcPts val="0"/>
                </a:spcAft>
                <a:buNone/>
              </a:pPr>
              <a:r>
                <a:rPr b="0" lang="en-US" sz="2400">
                  <a:solidFill>
                    <a:srgbClr val="BFBFBF"/>
                  </a:solidFill>
                  <a:latin typeface="Trebuchet MS"/>
                  <a:ea typeface="Trebuchet MS"/>
                  <a:cs typeface="Trebuchet MS"/>
                  <a:sym typeface="Trebuchet MS"/>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disproportionally.</a:t>
              </a:r>
              <a:endParaRPr/>
            </a:p>
            <a:p>
              <a:pPr indent="0" lvl="0" marL="0" marR="0" rtl="0" algn="l">
                <a:spcBef>
                  <a:spcPts val="0"/>
                </a:spcBef>
                <a:spcAft>
                  <a:spcPts val="0"/>
                </a:spcAft>
                <a:buNone/>
              </a:pPr>
              <a:r>
                <a:t/>
              </a:r>
              <a:endParaRPr b="0" sz="24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t/>
              </a:r>
              <a:endParaRPr b="1" sz="2800">
                <a:solidFill>
                  <a:srgbClr val="FFC000"/>
                </a:solidFill>
                <a:latin typeface="Trebuchet MS"/>
                <a:ea typeface="Trebuchet MS"/>
                <a:cs typeface="Trebuchet MS"/>
                <a:sym typeface="Trebuchet MS"/>
              </a:endParaRPr>
            </a:p>
            <a:p>
              <a:pPr indent="0" lvl="0" marL="0" marR="0" rtl="0" algn="ctr">
                <a:spcBef>
                  <a:spcPts val="0"/>
                </a:spcBef>
                <a:spcAft>
                  <a:spcPts val="0"/>
                </a:spcAft>
                <a:buNone/>
              </a:pPr>
              <a:r>
                <a:t/>
              </a:r>
              <a:endParaRPr b="1" sz="2800">
                <a:solidFill>
                  <a:srgbClr val="FFC000"/>
                </a:solidFill>
                <a:latin typeface="Trebuchet MS"/>
                <a:ea typeface="Trebuchet MS"/>
                <a:cs typeface="Trebuchet MS"/>
                <a:sym typeface="Trebuchet MS"/>
              </a:endParaRPr>
            </a:p>
            <a:p>
              <a:pPr indent="0" lvl="0" marL="0" marR="0" rtl="0" algn="ctr">
                <a:spcBef>
                  <a:spcPts val="0"/>
                </a:spcBef>
                <a:spcAft>
                  <a:spcPts val="0"/>
                </a:spcAft>
                <a:buNone/>
              </a:pPr>
              <a:r>
                <a:t/>
              </a:r>
              <a:endParaRPr b="1" sz="2800">
                <a:solidFill>
                  <a:srgbClr val="FFC000"/>
                </a:solidFill>
                <a:latin typeface="Trebuchet MS"/>
                <a:ea typeface="Trebuchet MS"/>
                <a:cs typeface="Trebuchet MS"/>
                <a:sym typeface="Trebuchet MS"/>
              </a:endParaRPr>
            </a:p>
            <a:p>
              <a:pPr indent="0" lvl="0" marL="0" marR="0" rtl="0" algn="ctr">
                <a:spcBef>
                  <a:spcPts val="0"/>
                </a:spcBef>
                <a:spcAft>
                  <a:spcPts val="0"/>
                </a:spcAft>
                <a:buNone/>
              </a:pPr>
              <a:r>
                <a:t/>
              </a:r>
              <a:endParaRPr b="1" sz="2800">
                <a:solidFill>
                  <a:srgbClr val="FFC000"/>
                </a:solidFill>
                <a:latin typeface="Trebuchet MS"/>
                <a:ea typeface="Trebuchet MS"/>
                <a:cs typeface="Trebuchet MS"/>
                <a:sym typeface="Trebuchet MS"/>
              </a:endParaRPr>
            </a:p>
            <a:p>
              <a:pPr indent="0" lvl="0" marL="0" marR="0" rtl="0" algn="ctr">
                <a:spcBef>
                  <a:spcPts val="0"/>
                </a:spcBef>
                <a:spcAft>
                  <a:spcPts val="0"/>
                </a:spcAft>
                <a:buNone/>
              </a:pPr>
              <a:r>
                <a:t/>
              </a:r>
              <a:endParaRPr b="1" sz="2800">
                <a:solidFill>
                  <a:srgbClr val="FFC000"/>
                </a:solidFill>
                <a:latin typeface="Trebuchet MS"/>
                <a:ea typeface="Trebuchet MS"/>
                <a:cs typeface="Trebuchet MS"/>
                <a:sym typeface="Trebuchet MS"/>
              </a:endParaRPr>
            </a:p>
            <a:p>
              <a:pPr indent="0" lvl="0" marL="0" marR="0" rtl="0" algn="ctr">
                <a:spcBef>
                  <a:spcPts val="0"/>
                </a:spcBef>
                <a:spcAft>
                  <a:spcPts val="0"/>
                </a:spcAft>
                <a:buNone/>
              </a:pPr>
              <a:r>
                <a:t/>
              </a:r>
              <a:endParaRPr b="1" sz="2800">
                <a:solidFill>
                  <a:srgbClr val="FFC000"/>
                </a:solidFill>
                <a:latin typeface="Trebuchet MS"/>
                <a:ea typeface="Trebuchet MS"/>
                <a:cs typeface="Trebuchet MS"/>
                <a:sym typeface="Trebuchet MS"/>
              </a:endParaRPr>
            </a:p>
            <a:p>
              <a:pPr indent="0" lvl="0" marL="0" marR="0" rtl="0" algn="ctr">
                <a:spcBef>
                  <a:spcPts val="0"/>
                </a:spcBef>
                <a:spcAft>
                  <a:spcPts val="0"/>
                </a:spcAft>
                <a:buNone/>
              </a:pPr>
              <a:r>
                <a:rPr b="1" lang="en-US" sz="3200">
                  <a:solidFill>
                    <a:srgbClr val="FFC000"/>
                  </a:solidFill>
                  <a:latin typeface="Trebuchet MS"/>
                  <a:ea typeface="Trebuchet MS"/>
                  <a:cs typeface="Trebuchet MS"/>
                  <a:sym typeface="Trebuchet MS"/>
                </a:rPr>
                <a:t>Image Quality Check</a:t>
              </a:r>
              <a:endParaRPr/>
            </a:p>
            <a:p>
              <a:pPr indent="0" lvl="0" marL="0" marR="0" rtl="0" algn="l">
                <a:spcBef>
                  <a:spcPts val="0"/>
                </a:spcBef>
                <a:spcAft>
                  <a:spcPts val="0"/>
                </a:spcAft>
                <a:buNone/>
              </a:pPr>
              <a:r>
                <a:rPr b="0" lang="en-US" sz="2400">
                  <a:solidFill>
                    <a:srgbClr val="BFBFBF"/>
                  </a:solidFill>
                  <a:latin typeface="Trebuchet MS"/>
                  <a:ea typeface="Trebuchet MS"/>
                  <a:cs typeface="Trebuchet MS"/>
                  <a:sym typeface="Trebuchet MS"/>
                </a:rPr>
                <a:t>Zoom in and look at your images at 100% magnification. If they look good they will print well. </a:t>
              </a:r>
              <a:endParaRPr b="0" sz="2800">
                <a:solidFill>
                  <a:schemeClr val="lt1"/>
                </a:solidFill>
                <a:latin typeface="Trebuchet MS"/>
                <a:ea typeface="Trebuchet MS"/>
                <a:cs typeface="Trebuchet MS"/>
                <a:sym typeface="Trebuchet MS"/>
              </a:endParaRPr>
            </a:p>
          </p:txBody>
        </p:sp>
        <p:cxnSp>
          <p:nvCxnSpPr>
            <p:cNvPr id="71" name="Google Shape;71;p4"/>
            <p:cNvCxnSpPr/>
            <p:nvPr/>
          </p:nvCxnSpPr>
          <p:spPr>
            <a:xfrm>
              <a:off x="-11225189" y="8422500"/>
              <a:ext cx="10999746" cy="3341"/>
            </a:xfrm>
            <a:prstGeom prst="straightConnector1">
              <a:avLst/>
            </a:prstGeom>
            <a:noFill/>
            <a:ln cap="flat" cmpd="sng" w="9525">
              <a:solidFill>
                <a:srgbClr val="FFC000"/>
              </a:solidFill>
              <a:prstDash val="solid"/>
              <a:round/>
              <a:headEnd len="sm" w="sm" type="none"/>
              <a:tailEnd len="sm" w="sm" type="none"/>
            </a:ln>
          </p:spPr>
        </p:cxnSp>
        <p:pic>
          <p:nvPicPr>
            <p:cNvPr id="72" name="Google Shape;72;p4"/>
            <p:cNvPicPr preferRelativeResize="0"/>
            <p:nvPr/>
          </p:nvPicPr>
          <p:blipFill rotWithShape="1">
            <a:blip r:embed="rId1">
              <a:alphaModFix/>
            </a:blip>
            <a:srcRect b="0" l="0" r="0" t="0"/>
            <a:stretch/>
          </p:blipFill>
          <p:spPr>
            <a:xfrm>
              <a:off x="-10740740" y="10261718"/>
              <a:ext cx="1597666" cy="1201935"/>
            </a:xfrm>
            <a:prstGeom prst="rect">
              <a:avLst/>
            </a:prstGeom>
            <a:noFill/>
            <a:ln>
              <a:noFill/>
            </a:ln>
          </p:spPr>
        </p:pic>
        <p:pic>
          <p:nvPicPr>
            <p:cNvPr id="73" name="Google Shape;73;p4"/>
            <p:cNvPicPr preferRelativeResize="0"/>
            <p:nvPr/>
          </p:nvPicPr>
          <p:blipFill rotWithShape="1">
            <a:blip r:embed="rId2">
              <a:alphaModFix/>
            </a:blip>
            <a:srcRect b="0" l="0" r="0" t="0"/>
            <a:stretch/>
          </p:blipFill>
          <p:spPr>
            <a:xfrm>
              <a:off x="-10732765" y="15696927"/>
              <a:ext cx="9986808" cy="1053596"/>
            </a:xfrm>
            <a:prstGeom prst="rect">
              <a:avLst/>
            </a:prstGeom>
            <a:noFill/>
            <a:ln>
              <a:noFill/>
            </a:ln>
          </p:spPr>
        </p:pic>
        <p:grpSp>
          <p:nvGrpSpPr>
            <p:cNvPr id="74" name="Google Shape;74;p4"/>
            <p:cNvGrpSpPr/>
            <p:nvPr/>
          </p:nvGrpSpPr>
          <p:grpSpPr>
            <a:xfrm>
              <a:off x="-9744993" y="23540957"/>
              <a:ext cx="7531182" cy="2120439"/>
              <a:chOff x="-4470427" y="11016658"/>
              <a:chExt cx="3470785" cy="974220"/>
            </a:xfrm>
          </p:grpSpPr>
          <p:grpSp>
            <p:nvGrpSpPr>
              <p:cNvPr id="75" name="Google Shape;75;p4"/>
              <p:cNvGrpSpPr/>
              <p:nvPr/>
            </p:nvGrpSpPr>
            <p:grpSpPr>
              <a:xfrm>
                <a:off x="-2783495" y="11060886"/>
                <a:ext cx="624431" cy="893535"/>
                <a:chOff x="-3958697" y="11117435"/>
                <a:chExt cx="779338" cy="1280430"/>
              </a:xfrm>
            </p:grpSpPr>
            <p:pic>
              <p:nvPicPr>
                <p:cNvPr id="76" name="Google Shape;76;p4"/>
                <p:cNvPicPr preferRelativeResize="0"/>
                <p:nvPr/>
              </p:nvPicPr>
              <p:blipFill rotWithShape="1">
                <a:blip r:embed="rId3">
                  <a:alphaModFix/>
                </a:blip>
                <a:srcRect b="0" l="0" r="0" t="0"/>
                <a:stretch/>
              </p:blipFill>
              <p:spPr>
                <a:xfrm>
                  <a:off x="-3948160" y="11117435"/>
                  <a:ext cx="768801" cy="1090857"/>
                </a:xfrm>
                <a:prstGeom prst="rect">
                  <a:avLst/>
                </a:prstGeom>
                <a:noFill/>
                <a:ln>
                  <a:noFill/>
                </a:ln>
              </p:spPr>
            </p:pic>
            <p:sp>
              <p:nvSpPr>
                <p:cNvPr id="77" name="Google Shape;77;p4"/>
                <p:cNvSpPr txBox="1"/>
                <p:nvPr/>
              </p:nvSpPr>
              <p:spPr>
                <a:xfrm>
                  <a:off x="-3958697" y="12114178"/>
                  <a:ext cx="779337" cy="283687"/>
                </a:xfrm>
                <a:prstGeom prst="rect">
                  <a:avLst/>
                </a:prstGeom>
                <a:solidFill>
                  <a:schemeClr val="accent1"/>
                </a:solidFill>
                <a:ln>
                  <a:noFill/>
                </a:ln>
              </p:spPr>
              <p:txBody>
                <a:bodyPr anchorCtr="0" anchor="t" bIns="91425" lIns="91425" spcFirstLastPara="1" rIns="91425" wrap="square" tIns="91425">
                  <a:spAutoFit/>
                </a:bodyPr>
                <a:lstStyle/>
                <a:p>
                  <a:pPr indent="0" lvl="0" marL="0" marR="0" rtl="0" algn="ctr">
                    <a:spcBef>
                      <a:spcPts val="0"/>
                    </a:spcBef>
                    <a:spcAft>
                      <a:spcPts val="0"/>
                    </a:spcAft>
                    <a:buNone/>
                  </a:pPr>
                  <a:r>
                    <a:rPr b="1" lang="en-US" sz="1600">
                      <a:solidFill>
                        <a:schemeClr val="dk1"/>
                      </a:solidFill>
                      <a:latin typeface="Calibri"/>
                      <a:ea typeface="Calibri"/>
                      <a:cs typeface="Calibri"/>
                      <a:sym typeface="Calibri"/>
                    </a:rPr>
                    <a:t>ORIGINAL</a:t>
                  </a:r>
                  <a:endParaRPr/>
                </a:p>
              </p:txBody>
            </p:sp>
          </p:grpSp>
          <p:grpSp>
            <p:nvGrpSpPr>
              <p:cNvPr id="78" name="Google Shape;78;p4"/>
              <p:cNvGrpSpPr/>
              <p:nvPr/>
            </p:nvGrpSpPr>
            <p:grpSpPr>
              <a:xfrm>
                <a:off x="-2033159" y="11060889"/>
                <a:ext cx="1033517" cy="893529"/>
                <a:chOff x="-2921738" y="11200127"/>
                <a:chExt cx="1420279" cy="1227904"/>
              </a:xfrm>
            </p:grpSpPr>
            <p:pic>
              <p:nvPicPr>
                <p:cNvPr id="79" name="Google Shape;79;p4"/>
                <p:cNvPicPr preferRelativeResize="0"/>
                <p:nvPr/>
              </p:nvPicPr>
              <p:blipFill rotWithShape="1">
                <a:blip r:embed="rId3">
                  <a:alphaModFix/>
                </a:blip>
                <a:srcRect b="0" l="0" r="0" t="0"/>
                <a:stretch/>
              </p:blipFill>
              <p:spPr>
                <a:xfrm>
                  <a:off x="-2921738" y="11200127"/>
                  <a:ext cx="1420279" cy="1029694"/>
                </a:xfrm>
                <a:prstGeom prst="rect">
                  <a:avLst/>
                </a:prstGeom>
                <a:noFill/>
                <a:ln>
                  <a:noFill/>
                </a:ln>
              </p:spPr>
            </p:pic>
            <p:sp>
              <p:nvSpPr>
                <p:cNvPr id="80" name="Google Shape;80;p4"/>
                <p:cNvSpPr txBox="1"/>
                <p:nvPr/>
              </p:nvSpPr>
              <p:spPr>
                <a:xfrm>
                  <a:off x="-2918991" y="12175418"/>
                  <a:ext cx="1417532" cy="252613"/>
                </a:xfrm>
                <a:prstGeom prst="rect">
                  <a:avLst/>
                </a:prstGeom>
                <a:solidFill>
                  <a:srgbClr val="FF0000"/>
                </a:solidFill>
                <a:ln>
                  <a:noFill/>
                </a:ln>
              </p:spPr>
              <p:txBody>
                <a:bodyPr anchorCtr="0" anchor="t" bIns="91425" lIns="457200" spcFirstLastPara="1" rIns="457200" wrap="square" tIns="91425">
                  <a:spAutoFit/>
                </a:bodyPr>
                <a:lstStyle/>
                <a:p>
                  <a:pPr indent="0" lvl="0" marL="0" marR="0" rtl="0" algn="ctr">
                    <a:spcBef>
                      <a:spcPts val="0"/>
                    </a:spcBef>
                    <a:spcAft>
                      <a:spcPts val="0"/>
                    </a:spcAft>
                    <a:buNone/>
                  </a:pPr>
                  <a:r>
                    <a:rPr b="1" lang="en-US" sz="1400">
                      <a:solidFill>
                        <a:schemeClr val="lt1"/>
                      </a:solidFill>
                      <a:latin typeface="Calibri"/>
                      <a:ea typeface="Calibri"/>
                      <a:cs typeface="Calibri"/>
                      <a:sym typeface="Calibri"/>
                    </a:rPr>
                    <a:t>DISTORTED</a:t>
                  </a:r>
                  <a:endParaRPr b="1" sz="700">
                    <a:solidFill>
                      <a:schemeClr val="lt1"/>
                    </a:solidFill>
                    <a:latin typeface="Calibri"/>
                    <a:ea typeface="Calibri"/>
                    <a:cs typeface="Calibri"/>
                    <a:sym typeface="Calibri"/>
                  </a:endParaRPr>
                </a:p>
              </p:txBody>
            </p:sp>
          </p:grpSp>
          <p:pic>
            <p:nvPicPr>
              <p:cNvPr id="81" name="Google Shape;81;p4"/>
              <p:cNvPicPr preferRelativeResize="0"/>
              <p:nvPr/>
            </p:nvPicPr>
            <p:blipFill rotWithShape="1">
              <a:blip r:embed="rId4">
                <a:alphaModFix/>
              </a:blip>
              <a:srcRect b="0" l="0" r="0" t="0"/>
              <a:stretch/>
            </p:blipFill>
            <p:spPr>
              <a:xfrm>
                <a:off x="-4470427" y="11016658"/>
                <a:ext cx="1098742" cy="847761"/>
              </a:xfrm>
              <a:prstGeom prst="rect">
                <a:avLst/>
              </a:prstGeom>
              <a:noFill/>
              <a:ln>
                <a:noFill/>
              </a:ln>
            </p:spPr>
          </p:pic>
          <p:sp>
            <p:nvSpPr>
              <p:cNvPr id="82" name="Google Shape;82;p4"/>
              <p:cNvSpPr txBox="1"/>
              <p:nvPr/>
            </p:nvSpPr>
            <p:spPr>
              <a:xfrm>
                <a:off x="-4440600" y="11665645"/>
                <a:ext cx="1035685" cy="325233"/>
              </a:xfrm>
              <a:prstGeom prst="rect">
                <a:avLst/>
              </a:prstGeom>
              <a:noFill/>
              <a:ln>
                <a:noFill/>
              </a:ln>
            </p:spPr>
            <p:txBody>
              <a:bodyPr anchorCtr="0" anchor="t" bIns="0" lIns="457200" spcFirstLastPara="1" rIns="457200" wrap="square" tIns="457200">
                <a:spAutoFit/>
              </a:bodyPr>
              <a:lstStyle/>
              <a:p>
                <a:pPr indent="0" lvl="0" marL="0" marR="0" rtl="0" algn="ctr">
                  <a:spcBef>
                    <a:spcPts val="0"/>
                  </a:spcBef>
                  <a:spcAft>
                    <a:spcPts val="0"/>
                  </a:spcAft>
                  <a:buNone/>
                </a:pPr>
                <a:r>
                  <a:rPr lang="en-US" sz="1600">
                    <a:solidFill>
                      <a:schemeClr val="lt1"/>
                    </a:solidFill>
                    <a:latin typeface="Calibri"/>
                    <a:ea typeface="Calibri"/>
                    <a:cs typeface="Calibri"/>
                    <a:sym typeface="Calibri"/>
                  </a:rPr>
                  <a:t>Corner</a:t>
                </a:r>
                <a:r>
                  <a:rPr lang="en-US" sz="1600">
                    <a:solidFill>
                      <a:schemeClr val="lt1"/>
                    </a:solidFill>
                    <a:latin typeface="Calibri"/>
                    <a:ea typeface="Calibri"/>
                    <a:cs typeface="Calibri"/>
                    <a:sym typeface="Calibri"/>
                  </a:rPr>
                  <a:t> handles</a:t>
                </a:r>
                <a:endParaRPr sz="1600">
                  <a:solidFill>
                    <a:schemeClr val="lt1"/>
                  </a:solidFill>
                  <a:latin typeface="Calibri"/>
                  <a:ea typeface="Calibri"/>
                  <a:cs typeface="Calibri"/>
                  <a:sym typeface="Calibri"/>
                </a:endParaRPr>
              </a:p>
            </p:txBody>
          </p:sp>
        </p:grpSp>
        <p:grpSp>
          <p:nvGrpSpPr>
            <p:cNvPr id="83" name="Google Shape;83;p4"/>
            <p:cNvGrpSpPr/>
            <p:nvPr/>
          </p:nvGrpSpPr>
          <p:grpSpPr>
            <a:xfrm>
              <a:off x="-10398794" y="27751411"/>
              <a:ext cx="9323012" cy="2453251"/>
              <a:chOff x="-4754996" y="12734137"/>
              <a:chExt cx="4296559" cy="1127128"/>
            </a:xfrm>
          </p:grpSpPr>
          <p:graphicFrame>
            <p:nvGraphicFramePr>
              <p:cNvPr id="84" name="Google Shape;84;p4"/>
              <p:cNvGraphicFramePr/>
              <p:nvPr/>
            </p:nvGraphicFramePr>
            <p:xfrm>
              <a:off x="-4533347" y="12734142"/>
              <a:ext cx="1828800" cy="1117600"/>
            </p:xfrm>
            <a:graphic>
              <a:graphicData uri="http://schemas.openxmlformats.org/presentationml/2006/ole">
                <mc:AlternateContent>
                  <mc:Choice Requires="v">
                    <p:oleObj r:id="rId5" imgH="1117600" imgW="1828800" progId="Photoshop.Image.13" spid="_x0000_s1">
                      <p:embed/>
                    </p:oleObj>
                  </mc:Choice>
                  <mc:Fallback>
                    <p:oleObj r:id="rId6" imgH="1117600" imgW="1828800" progId="Photoshop.Image.13">
                      <p:embed/>
                      <p:pic>
                        <p:nvPicPr>
                          <p:cNvPr id="84" name="Google Shape;84;p4"/>
                          <p:cNvPicPr preferRelativeResize="0"/>
                          <p:nvPr/>
                        </p:nvPicPr>
                        <p:blipFill rotWithShape="1">
                          <a:blip r:embed="rId7">
                            <a:alphaModFix/>
                          </a:blip>
                          <a:srcRect b="0" l="0" r="0" t="0"/>
                          <a:stretch/>
                        </p:blipFill>
                        <p:spPr>
                          <a:xfrm>
                            <a:off x="-4533347" y="12734142"/>
                            <a:ext cx="1828800" cy="1117600"/>
                          </a:xfrm>
                          <a:prstGeom prst="rect">
                            <a:avLst/>
                          </a:prstGeom>
                          <a:noFill/>
                          <a:ln>
                            <a:noFill/>
                          </a:ln>
                        </p:spPr>
                      </p:pic>
                    </p:oleObj>
                  </mc:Fallback>
                </mc:AlternateContent>
              </a:graphicData>
            </a:graphic>
          </p:graphicFrame>
          <p:graphicFrame>
            <p:nvGraphicFramePr>
              <p:cNvPr id="85" name="Google Shape;85;p4"/>
              <p:cNvGraphicFramePr/>
              <p:nvPr/>
            </p:nvGraphicFramePr>
            <p:xfrm>
              <a:off x="-2456641" y="12737835"/>
              <a:ext cx="1828800" cy="1117600"/>
            </p:xfrm>
            <a:graphic>
              <a:graphicData uri="http://schemas.openxmlformats.org/presentationml/2006/ole">
                <mc:AlternateContent>
                  <mc:Choice Requires="v">
                    <p:oleObj r:id="rId8" imgH="1117600" imgW="1828800" progId="Photoshop.Image.13" spid="_x0000_s2">
                      <p:embed/>
                    </p:oleObj>
                  </mc:Choice>
                  <mc:Fallback>
                    <p:oleObj r:id="rId9" imgH="1117600" imgW="1828800" progId="Photoshop.Image.13">
                      <p:embed/>
                      <p:pic>
                        <p:nvPicPr>
                          <p:cNvPr id="85" name="Google Shape;85;p4"/>
                          <p:cNvPicPr preferRelativeResize="0"/>
                          <p:nvPr/>
                        </p:nvPicPr>
                        <p:blipFill rotWithShape="1">
                          <a:blip r:embed="rId10">
                            <a:alphaModFix/>
                          </a:blip>
                          <a:srcRect b="0" l="0" r="0" t="0"/>
                          <a:stretch/>
                        </p:blipFill>
                        <p:spPr>
                          <a:xfrm>
                            <a:off x="-2456641" y="12737835"/>
                            <a:ext cx="1828800" cy="1117600"/>
                          </a:xfrm>
                          <a:prstGeom prst="rect">
                            <a:avLst/>
                          </a:prstGeom>
                          <a:noFill/>
                          <a:ln>
                            <a:noFill/>
                          </a:ln>
                        </p:spPr>
                      </p:pic>
                    </p:oleObj>
                  </mc:Fallback>
                </mc:AlternateContent>
              </a:graphicData>
            </a:graphic>
          </p:graphicFrame>
          <p:sp>
            <p:nvSpPr>
              <p:cNvPr id="86" name="Google Shape;86;p4"/>
              <p:cNvSpPr txBox="1"/>
              <p:nvPr/>
            </p:nvSpPr>
            <p:spPr>
              <a:xfrm rot="-5400000">
                <a:off x="-5235785" y="13214925"/>
                <a:ext cx="1117601" cy="156024"/>
              </a:xfrm>
              <a:prstGeom prst="rect">
                <a:avLst/>
              </a:prstGeom>
              <a:noFill/>
              <a:ln>
                <a:noFill/>
              </a:ln>
            </p:spPr>
            <p:txBody>
              <a:bodyPr anchorCtr="0" anchor="t" bIns="0" lIns="91425" spcFirstLastPara="1" rIns="91425" wrap="square" tIns="91425">
                <a:spAutoFit/>
              </a:bodyPr>
              <a:lstStyle/>
              <a:p>
                <a:pPr indent="0" lvl="0" marL="0" marR="0" rtl="0" algn="ctr">
                  <a:spcBef>
                    <a:spcPts val="0"/>
                  </a:spcBef>
                  <a:spcAft>
                    <a:spcPts val="0"/>
                  </a:spcAft>
                  <a:buNone/>
                </a:pPr>
                <a:r>
                  <a:rPr lang="en-US" sz="1600">
                    <a:solidFill>
                      <a:srgbClr val="92D050"/>
                    </a:solidFill>
                    <a:latin typeface="Calibri"/>
                    <a:ea typeface="Calibri"/>
                    <a:cs typeface="Calibri"/>
                    <a:sym typeface="Calibri"/>
                  </a:rPr>
                  <a:t>Good</a:t>
                </a:r>
                <a:r>
                  <a:rPr lang="en-US" sz="1600">
                    <a:solidFill>
                      <a:srgbClr val="92D050"/>
                    </a:solidFill>
                    <a:latin typeface="Calibri"/>
                    <a:ea typeface="Calibri"/>
                    <a:cs typeface="Calibri"/>
                    <a:sym typeface="Calibri"/>
                  </a:rPr>
                  <a:t> </a:t>
                </a:r>
                <a:r>
                  <a:rPr lang="en-US" sz="1600">
                    <a:solidFill>
                      <a:schemeClr val="lt1"/>
                    </a:solidFill>
                    <a:latin typeface="Calibri"/>
                    <a:ea typeface="Calibri"/>
                    <a:cs typeface="Calibri"/>
                    <a:sym typeface="Calibri"/>
                  </a:rPr>
                  <a:t>printing quality</a:t>
                </a:r>
                <a:endParaRPr sz="1600">
                  <a:solidFill>
                    <a:schemeClr val="lt1"/>
                  </a:solidFill>
                  <a:latin typeface="Calibri"/>
                  <a:ea typeface="Calibri"/>
                  <a:cs typeface="Calibri"/>
                  <a:sym typeface="Calibri"/>
                </a:endParaRPr>
              </a:p>
            </p:txBody>
          </p:sp>
          <p:sp>
            <p:nvSpPr>
              <p:cNvPr id="87" name="Google Shape;87;p4"/>
              <p:cNvSpPr txBox="1"/>
              <p:nvPr/>
            </p:nvSpPr>
            <p:spPr>
              <a:xfrm rot="-5400000">
                <a:off x="-1095250" y="13224452"/>
                <a:ext cx="1117601" cy="156024"/>
              </a:xfrm>
              <a:prstGeom prst="rect">
                <a:avLst/>
              </a:prstGeom>
              <a:noFill/>
              <a:ln>
                <a:noFill/>
              </a:ln>
            </p:spPr>
            <p:txBody>
              <a:bodyPr anchorCtr="0" anchor="t" bIns="0" lIns="91425" spcFirstLastPara="1" rIns="91425" wrap="square" tIns="91425">
                <a:spAutoFit/>
              </a:bodyPr>
              <a:lstStyle/>
              <a:p>
                <a:pPr indent="0" lvl="0" marL="0" marR="0" rtl="0" algn="ctr">
                  <a:spcBef>
                    <a:spcPts val="0"/>
                  </a:spcBef>
                  <a:spcAft>
                    <a:spcPts val="0"/>
                  </a:spcAft>
                  <a:buNone/>
                </a:pPr>
                <a:r>
                  <a:rPr lang="en-US" sz="1600">
                    <a:solidFill>
                      <a:srgbClr val="FF0000"/>
                    </a:solidFill>
                    <a:latin typeface="Calibri"/>
                    <a:ea typeface="Calibri"/>
                    <a:cs typeface="Calibri"/>
                    <a:sym typeface="Calibri"/>
                  </a:rPr>
                  <a:t>Bad </a:t>
                </a:r>
                <a:r>
                  <a:rPr lang="en-US" sz="1600">
                    <a:solidFill>
                      <a:schemeClr val="lt1"/>
                    </a:solidFill>
                    <a:latin typeface="Calibri"/>
                    <a:ea typeface="Calibri"/>
                    <a:cs typeface="Calibri"/>
                    <a:sym typeface="Calibri"/>
                  </a:rPr>
                  <a:t>printing quality</a:t>
                </a:r>
                <a:endParaRPr/>
              </a:p>
            </p:txBody>
          </p:sp>
        </p:grpSp>
      </p:grpSp>
      <p:grpSp>
        <p:nvGrpSpPr>
          <p:cNvPr id="88" name="Google Shape;88;p4"/>
          <p:cNvGrpSpPr/>
          <p:nvPr/>
        </p:nvGrpSpPr>
        <p:grpSpPr>
          <a:xfrm>
            <a:off x="44157839" y="-55065"/>
            <a:ext cx="11062139" cy="32973465"/>
            <a:chOff x="44157839" y="-55065"/>
            <a:chExt cx="11062139" cy="32973465"/>
          </a:xfrm>
        </p:grpSpPr>
        <p:sp>
          <p:nvSpPr>
            <p:cNvPr id="89" name="Google Shape;89;p4"/>
            <p:cNvSpPr/>
            <p:nvPr/>
          </p:nvSpPr>
          <p:spPr>
            <a:xfrm>
              <a:off x="44157839" y="-55065"/>
              <a:ext cx="11062139" cy="32973465"/>
            </a:xfrm>
            <a:prstGeom prst="rect">
              <a:avLst/>
            </a:prstGeom>
            <a:solidFill>
              <a:srgbClr val="0C0C0C"/>
            </a:solidFill>
            <a:ln>
              <a:noFill/>
            </a:ln>
          </p:spPr>
          <p:txBody>
            <a:bodyPr anchorCtr="0" anchor="t" bIns="0" lIns="457200" spcFirstLastPara="1" rIns="457200" wrap="square" tIns="457200">
              <a:noAutofit/>
            </a:bodyPr>
            <a:lstStyle/>
            <a:p>
              <a:pPr indent="0" lvl="0" marL="0" marR="0" rtl="0" algn="ctr">
                <a:spcBef>
                  <a:spcPts val="0"/>
                </a:spcBef>
                <a:spcAft>
                  <a:spcPts val="0"/>
                </a:spcAft>
                <a:buNone/>
              </a:pPr>
              <a:r>
                <a:rPr b="1" lang="en-US" sz="4000">
                  <a:solidFill>
                    <a:schemeClr val="lt1"/>
                  </a:solidFill>
                  <a:latin typeface="Trebuchet MS"/>
                  <a:ea typeface="Trebuchet MS"/>
                  <a:cs typeface="Trebuchet MS"/>
                  <a:sym typeface="Trebuchet MS"/>
                </a:rPr>
                <a:t>QUICK START (cont.)</a:t>
              </a:r>
              <a:endParaRPr/>
            </a:p>
            <a:p>
              <a:pPr indent="0" lvl="0" marL="0" marR="0" rtl="0" algn="ctr">
                <a:spcBef>
                  <a:spcPts val="0"/>
                </a:spcBef>
                <a:spcAft>
                  <a:spcPts val="0"/>
                </a:spcAft>
                <a:buNone/>
              </a:pPr>
              <a:r>
                <a:t/>
              </a:r>
              <a:endParaRPr b="1" sz="36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b="1" lang="en-US" sz="3200">
                  <a:solidFill>
                    <a:srgbClr val="FFC000"/>
                  </a:solidFill>
                  <a:latin typeface="Trebuchet MS"/>
                  <a:ea typeface="Trebuchet MS"/>
                  <a:cs typeface="Trebuchet MS"/>
                  <a:sym typeface="Trebuchet MS"/>
                </a:rPr>
                <a:t>How to change the template color theme</a:t>
              </a:r>
              <a:endParaRPr/>
            </a:p>
            <a:p>
              <a:pPr indent="0" lvl="2" marL="0" marR="0" rtl="0" algn="l">
                <a:lnSpc>
                  <a:spcPct val="100000"/>
                </a:lnSpc>
                <a:spcBef>
                  <a:spcPts val="0"/>
                </a:spcBef>
                <a:spcAft>
                  <a:spcPts val="0"/>
                </a:spcAft>
                <a:buClr>
                  <a:srgbClr val="BFBFBF"/>
                </a:buClr>
                <a:buSzPts val="2400"/>
                <a:buFont typeface="Trebuchet MS"/>
                <a:buNone/>
              </a:pPr>
              <a:r>
                <a:rPr b="0" i="0" lang="en-US" sz="2400" u="none" cap="none" strike="noStrike">
                  <a:solidFill>
                    <a:srgbClr val="BFBFBF"/>
                  </a:solidFill>
                  <a:latin typeface="Trebuchet MS"/>
                  <a:ea typeface="Trebuchet MS"/>
                  <a:cs typeface="Trebuchet MS"/>
                  <a:sym typeface="Trebuchet MS"/>
                </a:rPr>
                <a:t>You can easily change the color theme of your poster by going to the DESIGN menu, click on COLORS, and choose the color theme of your choice. You can also create your own color theme.</a:t>
              </a:r>
              <a:endParaRPr/>
            </a:p>
            <a:p>
              <a:pPr indent="0" lvl="2" marL="0" marR="0" rtl="0" algn="l">
                <a:lnSpc>
                  <a:spcPct val="100000"/>
                </a:lnSpc>
                <a:spcBef>
                  <a:spcPts val="0"/>
                </a:spcBef>
                <a:spcAft>
                  <a:spcPts val="0"/>
                </a:spcAft>
                <a:buClr>
                  <a:schemeClr val="lt1"/>
                </a:buClr>
                <a:buSzPts val="2400"/>
                <a:buFont typeface="Calibri"/>
                <a:buNone/>
              </a:pPr>
              <a:r>
                <a:t/>
              </a:r>
              <a:endParaRPr b="0" i="0" sz="2400" u="none" cap="none" strike="noStrike">
                <a:solidFill>
                  <a:srgbClr val="BFBFBF"/>
                </a:solidFill>
                <a:latin typeface="Trebuchet MS"/>
                <a:ea typeface="Trebuchet MS"/>
                <a:cs typeface="Trebuchet MS"/>
                <a:sym typeface="Trebuchet MS"/>
              </a:endParaRPr>
            </a:p>
            <a:p>
              <a:pPr indent="0" lvl="0" marL="0" marR="0" rtl="0" algn="l">
                <a:spcBef>
                  <a:spcPts val="0"/>
                </a:spcBef>
                <a:spcAft>
                  <a:spcPts val="0"/>
                </a:spcAft>
                <a:buNone/>
              </a:pPr>
              <a:r>
                <a:t/>
              </a:r>
              <a:endParaRPr b="0" sz="2400">
                <a:solidFill>
                  <a:srgbClr val="BFBFBF"/>
                </a:solidFill>
                <a:latin typeface="Trebuchet MS"/>
                <a:ea typeface="Trebuchet MS"/>
                <a:cs typeface="Trebuchet MS"/>
                <a:sym typeface="Trebuchet MS"/>
              </a:endParaRPr>
            </a:p>
            <a:p>
              <a:pPr indent="0" lvl="0" marL="0" marR="0" rtl="0" algn="l">
                <a:spcBef>
                  <a:spcPts val="0"/>
                </a:spcBef>
                <a:spcAft>
                  <a:spcPts val="0"/>
                </a:spcAft>
                <a:buNone/>
              </a:pPr>
              <a:r>
                <a:t/>
              </a:r>
              <a:endParaRPr b="0" sz="2400">
                <a:solidFill>
                  <a:srgbClr val="BFBFBF"/>
                </a:solidFill>
                <a:latin typeface="Trebuchet MS"/>
                <a:ea typeface="Trebuchet MS"/>
                <a:cs typeface="Trebuchet MS"/>
                <a:sym typeface="Trebuchet MS"/>
              </a:endParaRPr>
            </a:p>
            <a:p>
              <a:pPr indent="0" lvl="0" marL="0" marR="0" rtl="0" algn="l">
                <a:spcBef>
                  <a:spcPts val="0"/>
                </a:spcBef>
                <a:spcAft>
                  <a:spcPts val="0"/>
                </a:spcAft>
                <a:buNone/>
              </a:pPr>
              <a:r>
                <a:t/>
              </a:r>
              <a:endParaRPr b="0" sz="2400">
                <a:solidFill>
                  <a:srgbClr val="BFBFBF"/>
                </a:solidFill>
                <a:latin typeface="Trebuchet MS"/>
                <a:ea typeface="Trebuchet MS"/>
                <a:cs typeface="Trebuchet MS"/>
                <a:sym typeface="Trebuchet MS"/>
              </a:endParaRPr>
            </a:p>
            <a:p>
              <a:pPr indent="0" lvl="0" marL="0" marR="0" rtl="0" algn="l">
                <a:spcBef>
                  <a:spcPts val="0"/>
                </a:spcBef>
                <a:spcAft>
                  <a:spcPts val="0"/>
                </a:spcAft>
                <a:buNone/>
              </a:pPr>
              <a:r>
                <a:t/>
              </a:r>
              <a:endParaRPr b="0" sz="2400">
                <a:solidFill>
                  <a:srgbClr val="BFBFBF"/>
                </a:solidFill>
                <a:latin typeface="Trebuchet MS"/>
                <a:ea typeface="Trebuchet MS"/>
                <a:cs typeface="Trebuchet MS"/>
                <a:sym typeface="Trebuchet MS"/>
              </a:endParaRPr>
            </a:p>
            <a:p>
              <a:pPr indent="0" lvl="0" marL="0" marR="0" rtl="0" algn="l">
                <a:spcBef>
                  <a:spcPts val="0"/>
                </a:spcBef>
                <a:spcAft>
                  <a:spcPts val="0"/>
                </a:spcAft>
                <a:buNone/>
              </a:pPr>
              <a:r>
                <a:t/>
              </a:r>
              <a:endParaRPr b="0" sz="2400">
                <a:solidFill>
                  <a:srgbClr val="BFBFBF"/>
                </a:solidFill>
                <a:latin typeface="Trebuchet MS"/>
                <a:ea typeface="Trebuchet MS"/>
                <a:cs typeface="Trebuchet MS"/>
                <a:sym typeface="Trebuchet MS"/>
              </a:endParaRPr>
            </a:p>
            <a:p>
              <a:pPr indent="0" lvl="0" marL="0" marR="0" rtl="0" algn="l">
                <a:spcBef>
                  <a:spcPts val="0"/>
                </a:spcBef>
                <a:spcAft>
                  <a:spcPts val="0"/>
                </a:spcAft>
                <a:buNone/>
              </a:pPr>
              <a:r>
                <a:t/>
              </a:r>
              <a:endParaRPr b="0" sz="2400">
                <a:solidFill>
                  <a:srgbClr val="BFBFBF"/>
                </a:solidFill>
                <a:latin typeface="Trebuchet MS"/>
                <a:ea typeface="Trebuchet MS"/>
                <a:cs typeface="Trebuchet MS"/>
                <a:sym typeface="Trebuchet MS"/>
              </a:endParaRPr>
            </a:p>
            <a:p>
              <a:pPr indent="0" lvl="0" marL="0" marR="0" rtl="0" algn="l">
                <a:spcBef>
                  <a:spcPts val="0"/>
                </a:spcBef>
                <a:spcAft>
                  <a:spcPts val="0"/>
                </a:spcAft>
                <a:buNone/>
              </a:pPr>
              <a:r>
                <a:rPr b="0" lang="en-US" sz="2400">
                  <a:solidFill>
                    <a:srgbClr val="BFBFBF"/>
                  </a:solidFill>
                  <a:latin typeface="Trebuchet MS"/>
                  <a:ea typeface="Trebuchet MS"/>
                  <a:cs typeface="Trebuchet MS"/>
                  <a:sym typeface="Trebuchet MS"/>
                </a:rPr>
                <a:t>You can also manually change the color of your background by going to VIEW &gt; SLIDE MASTER.  After you finish working on the master be sure to go to VIEW &gt; NORMAL to continue working on your poster.</a:t>
              </a:r>
              <a:endParaRPr/>
            </a:p>
            <a:p>
              <a:pPr indent="0" lvl="0" marL="0" marR="0" rtl="0" algn="l">
                <a:spcBef>
                  <a:spcPts val="0"/>
                </a:spcBef>
                <a:spcAft>
                  <a:spcPts val="0"/>
                </a:spcAft>
                <a:buNone/>
              </a:pPr>
              <a:r>
                <a:t/>
              </a:r>
              <a:endParaRPr b="0" sz="2400">
                <a:solidFill>
                  <a:srgbClr val="BFBFBF"/>
                </a:solidFill>
                <a:latin typeface="Trebuchet MS"/>
                <a:ea typeface="Trebuchet MS"/>
                <a:cs typeface="Trebuchet MS"/>
                <a:sym typeface="Trebuchet MS"/>
              </a:endParaRPr>
            </a:p>
            <a:p>
              <a:pPr indent="0" lvl="0" marL="0" marR="0" rtl="0" algn="ctr">
                <a:spcBef>
                  <a:spcPts val="0"/>
                </a:spcBef>
                <a:spcAft>
                  <a:spcPts val="0"/>
                </a:spcAft>
                <a:buNone/>
              </a:pPr>
              <a:r>
                <a:rPr b="1" lang="en-US" sz="3200">
                  <a:solidFill>
                    <a:srgbClr val="FFC000"/>
                  </a:solidFill>
                  <a:latin typeface="Trebuchet MS"/>
                  <a:ea typeface="Trebuchet MS"/>
                  <a:cs typeface="Trebuchet MS"/>
                  <a:sym typeface="Trebuchet MS"/>
                </a:rPr>
                <a:t>How to add Text</a:t>
              </a:r>
              <a:endParaRPr/>
            </a:p>
            <a:p>
              <a:pPr indent="0" lvl="2" marL="3265488" marR="0" rtl="0" algn="l">
                <a:spcBef>
                  <a:spcPts val="0"/>
                </a:spcBef>
                <a:spcAft>
                  <a:spcPts val="0"/>
                </a:spcAft>
                <a:buNone/>
              </a:pPr>
              <a:r>
                <a:rPr b="0" i="0" lang="en-US" sz="2400" u="none" cap="none" strike="noStrike">
                  <a:solidFill>
                    <a:srgbClr val="BFBFBF"/>
                  </a:solidFill>
                  <a:latin typeface="Trebuchet MS"/>
                  <a:ea typeface="Trebuchet MS"/>
                  <a:cs typeface="Trebuchet MS"/>
                  <a:sym typeface="Trebuchet MS"/>
                </a:rPr>
                <a:t>The template comes with a number of pre-formatted placeholders for headers and text blocks. You can add more blocks by copying and pasting the existing ones or by adding a text box from the HOME menu. </a:t>
              </a:r>
              <a:endParaRPr/>
            </a:p>
            <a:p>
              <a:pPr indent="0" lvl="2" marL="1518341" marR="0" rtl="0" algn="l">
                <a:spcBef>
                  <a:spcPts val="0"/>
                </a:spcBef>
                <a:spcAft>
                  <a:spcPts val="0"/>
                </a:spcAft>
                <a:buNone/>
              </a:pPr>
              <a:r>
                <a:t/>
              </a:r>
              <a:endParaRPr b="0" i="0" sz="2400" u="none" cap="none" strike="noStrike">
                <a:solidFill>
                  <a:srgbClr val="BFBFBF"/>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BFBFBF"/>
                </a:buClr>
                <a:buSzPts val="2400"/>
                <a:buFont typeface="Trebuchet MS"/>
                <a:buNone/>
              </a:pPr>
              <a:r>
                <a:rPr b="0" lang="en-US" sz="2400">
                  <a:solidFill>
                    <a:srgbClr val="BFBFBF"/>
                  </a:solidFill>
                  <a:latin typeface="Trebuchet MS"/>
                  <a:ea typeface="Trebuchet MS"/>
                  <a:cs typeface="Trebuchet MS"/>
                  <a:sym typeface="Trebuchet MS"/>
                </a:rPr>
                <a:t> </a:t>
              </a:r>
              <a:r>
                <a:rPr b="1" i="0" lang="en-US" sz="3200" u="none" cap="none" strike="noStrike">
                  <a:solidFill>
                    <a:srgbClr val="FFC000"/>
                  </a:solidFill>
                  <a:latin typeface="Trebuchet MS"/>
                  <a:ea typeface="Trebuchet MS"/>
                  <a:cs typeface="Trebuchet MS"/>
                  <a:sym typeface="Trebuchet MS"/>
                </a:rPr>
                <a:t>Text size</a:t>
              </a:r>
              <a:endParaRPr/>
            </a:p>
            <a:p>
              <a:pPr indent="0" lvl="0" marL="0" marR="0" rtl="0" algn="l">
                <a:lnSpc>
                  <a:spcPct val="100000"/>
                </a:lnSpc>
                <a:spcBef>
                  <a:spcPts val="0"/>
                </a:spcBef>
                <a:spcAft>
                  <a:spcPts val="0"/>
                </a:spcAft>
                <a:buClr>
                  <a:srgbClr val="BFBFBF"/>
                </a:buClr>
                <a:buSzPts val="2400"/>
                <a:buFont typeface="Trebuchet MS"/>
                <a:buNone/>
              </a:pPr>
              <a:r>
                <a:rPr b="0" i="0" lang="en-US" sz="2400" u="none" cap="none" strike="noStrike">
                  <a:solidFill>
                    <a:srgbClr val="BFBFBF"/>
                  </a:solidFill>
                  <a:latin typeface="Trebuchet MS"/>
                  <a:ea typeface="Trebuchet MS"/>
                  <a:cs typeface="Trebuchet MS"/>
                  <a:sym typeface="Trebuchet MS"/>
                </a:rPr>
                <a:t>Adjust the size of your text based on how much content you have to present. The default template text offers a good starting point. Follow the conference requirements.</a:t>
              </a:r>
              <a:endParaRPr b="0" sz="2400">
                <a:solidFill>
                  <a:srgbClr val="BFBFBF"/>
                </a:solidFill>
                <a:latin typeface="Trebuchet MS"/>
                <a:ea typeface="Trebuchet MS"/>
                <a:cs typeface="Trebuchet MS"/>
                <a:sym typeface="Trebuchet MS"/>
              </a:endParaRPr>
            </a:p>
            <a:p>
              <a:pPr indent="0" lvl="2" marL="1518341" marR="0" rtl="0" algn="l">
                <a:spcBef>
                  <a:spcPts val="0"/>
                </a:spcBef>
                <a:spcAft>
                  <a:spcPts val="0"/>
                </a:spcAft>
                <a:buNone/>
              </a:pPr>
              <a:r>
                <a:t/>
              </a:r>
              <a:endParaRPr b="0" i="0" sz="2400" u="none" cap="none" strike="noStrike">
                <a:solidFill>
                  <a:srgbClr val="BFBFBF"/>
                </a:solidFill>
                <a:latin typeface="Trebuchet MS"/>
                <a:ea typeface="Trebuchet MS"/>
                <a:cs typeface="Trebuchet MS"/>
                <a:sym typeface="Trebuchet MS"/>
              </a:endParaRPr>
            </a:p>
            <a:p>
              <a:pPr indent="0" lvl="0" marL="0" marR="0" rtl="0" algn="ctr">
                <a:spcBef>
                  <a:spcPts val="0"/>
                </a:spcBef>
                <a:spcAft>
                  <a:spcPts val="0"/>
                </a:spcAft>
                <a:buNone/>
              </a:pPr>
              <a:r>
                <a:rPr b="1" lang="en-US" sz="3200">
                  <a:solidFill>
                    <a:srgbClr val="FFC000"/>
                  </a:solidFill>
                  <a:latin typeface="Trebuchet MS"/>
                  <a:ea typeface="Trebuchet MS"/>
                  <a:cs typeface="Trebuchet MS"/>
                  <a:sym typeface="Trebuchet MS"/>
                </a:rPr>
                <a:t>How to add Tables</a:t>
              </a:r>
              <a:endParaRPr/>
            </a:p>
            <a:p>
              <a:pPr indent="0" lvl="1" marL="1730375" marR="0" rtl="0" algn="l">
                <a:spcBef>
                  <a:spcPts val="0"/>
                </a:spcBef>
                <a:spcAft>
                  <a:spcPts val="0"/>
                </a:spcAft>
                <a:buNone/>
              </a:pPr>
              <a:r>
                <a:rPr b="0" i="0" lang="en-US" sz="2400" u="none" cap="none" strike="noStrike">
                  <a:solidFill>
                    <a:srgbClr val="BFBFBF"/>
                  </a:solidFill>
                  <a:latin typeface="Trebuchet MS"/>
                  <a:ea typeface="Trebuchet MS"/>
                  <a:cs typeface="Trebuchet MS"/>
                  <a:sym typeface="Trebuchet MS"/>
                </a:rPr>
                <a:t>To add a table from scratch go to the INSERT menu and </a:t>
              </a:r>
              <a:br>
                <a:rPr b="0" i="0" lang="en-US" sz="2400" u="none" cap="none" strike="noStrike">
                  <a:solidFill>
                    <a:srgbClr val="BFBFBF"/>
                  </a:solidFill>
                  <a:latin typeface="Trebuchet MS"/>
                  <a:ea typeface="Trebuchet MS"/>
                  <a:cs typeface="Trebuchet MS"/>
                  <a:sym typeface="Trebuchet MS"/>
                </a:rPr>
              </a:br>
              <a:r>
                <a:rPr b="0" i="0" lang="en-US" sz="2400" u="none" cap="none" strike="noStrike">
                  <a:solidFill>
                    <a:srgbClr val="BFBFBF"/>
                  </a:solidFill>
                  <a:latin typeface="Trebuchet MS"/>
                  <a:ea typeface="Trebuchet MS"/>
                  <a:cs typeface="Trebuchet MS"/>
                  <a:sym typeface="Trebuchet MS"/>
                </a:rPr>
                <a:t>click on TABLE. A drop-down box will help you select rows and columns. </a:t>
              </a:r>
              <a:endParaRPr/>
            </a:p>
            <a:p>
              <a:pPr indent="0" lvl="0" marL="0" marR="0" rtl="0" algn="l">
                <a:spcBef>
                  <a:spcPts val="0"/>
                </a:spcBef>
                <a:spcAft>
                  <a:spcPts val="0"/>
                </a:spcAft>
                <a:buNone/>
              </a:pPr>
              <a:r>
                <a:rPr b="0" lang="en-US" sz="2400">
                  <a:solidFill>
                    <a:srgbClr val="BFBFBF"/>
                  </a:solidFill>
                  <a:latin typeface="Trebuchet MS"/>
                  <a:ea typeface="Trebuchet MS"/>
                  <a:cs typeface="Trebuchet MS"/>
                  <a:sym typeface="Trebuchet MS"/>
                </a:rPr>
                <a:t>You can also copy and a paste a table from Word or another PowerPoint document. A pasted table may need to be re-formatted by RIGHT-CLICK &gt; FORMAT SHAPE, TEXT BOX, Margins.</a:t>
              </a:r>
              <a:endParaRPr/>
            </a:p>
            <a:p>
              <a:pPr indent="0" lvl="0" marL="0" marR="0" rtl="0" algn="l">
                <a:spcBef>
                  <a:spcPts val="0"/>
                </a:spcBef>
                <a:spcAft>
                  <a:spcPts val="0"/>
                </a:spcAft>
                <a:buNone/>
              </a:pPr>
              <a:r>
                <a:t/>
              </a:r>
              <a:endParaRPr b="0" sz="2400">
                <a:solidFill>
                  <a:srgbClr val="BFBFBF"/>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FFC000"/>
                </a:buClr>
                <a:buSzPts val="3200"/>
                <a:buFont typeface="Trebuchet MS"/>
                <a:buNone/>
              </a:pPr>
              <a:r>
                <a:rPr b="1" i="0" lang="en-US" sz="3200" u="none" cap="none" strike="noStrike">
                  <a:solidFill>
                    <a:srgbClr val="FFC000"/>
                  </a:solidFill>
                  <a:latin typeface="Trebuchet MS"/>
                  <a:ea typeface="Trebuchet MS"/>
                  <a:cs typeface="Trebuchet MS"/>
                  <a:sym typeface="Trebuchet MS"/>
                </a:rPr>
                <a:t>Graphs / Charts</a:t>
              </a:r>
              <a:endParaRPr/>
            </a:p>
            <a:p>
              <a:pPr indent="0" lvl="0" marL="0" marR="0" rtl="0" algn="l">
                <a:lnSpc>
                  <a:spcPct val="100000"/>
                </a:lnSpc>
                <a:spcBef>
                  <a:spcPts val="0"/>
                </a:spcBef>
                <a:spcAft>
                  <a:spcPts val="0"/>
                </a:spcAft>
                <a:buClr>
                  <a:srgbClr val="BFBFBF"/>
                </a:buClr>
                <a:buSzPts val="2400"/>
                <a:buFont typeface="Trebuchet MS"/>
                <a:buNone/>
              </a:pPr>
              <a:r>
                <a:rPr b="0" i="0" lang="en-US" sz="2400" u="none" cap="none" strike="noStrike">
                  <a:solidFill>
                    <a:srgbClr val="BFBFBF"/>
                  </a:solidFill>
                  <a:latin typeface="Trebuchet MS"/>
                  <a:ea typeface="Trebuchet MS"/>
                  <a:cs typeface="Trebuchet MS"/>
                  <a:sym typeface="Trebuchet MS"/>
                </a:rPr>
                <a:t>You can simply copy and paste charts and graphs from Excel or Word. Some reformatting may be required depending on how the original document has been created.</a:t>
              </a:r>
              <a:endParaRPr/>
            </a:p>
            <a:p>
              <a:pPr indent="0" lvl="0" marL="0" marR="0" rtl="0" algn="l">
                <a:lnSpc>
                  <a:spcPct val="100000"/>
                </a:lnSpc>
                <a:spcBef>
                  <a:spcPts val="0"/>
                </a:spcBef>
                <a:spcAft>
                  <a:spcPts val="0"/>
                </a:spcAft>
                <a:buClr>
                  <a:schemeClr val="lt1"/>
                </a:buClr>
                <a:buSzPts val="2400"/>
                <a:buFont typeface="Calibri"/>
                <a:buNone/>
              </a:pPr>
              <a:r>
                <a:t/>
              </a:r>
              <a:endParaRPr b="0" i="0" sz="2400" u="none" cap="none" strike="noStrike">
                <a:solidFill>
                  <a:srgbClr val="BFBFBF"/>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FFC000"/>
                </a:buClr>
                <a:buSzPts val="3200"/>
                <a:buFont typeface="Trebuchet MS"/>
                <a:buNone/>
              </a:pPr>
              <a:r>
                <a:rPr b="1" i="0" lang="en-US" sz="3200" u="none" cap="none" strike="noStrike">
                  <a:solidFill>
                    <a:srgbClr val="FFC000"/>
                  </a:solidFill>
                  <a:latin typeface="Trebuchet MS"/>
                  <a:ea typeface="Trebuchet MS"/>
                  <a:cs typeface="Trebuchet MS"/>
                  <a:sym typeface="Trebuchet MS"/>
                </a:rPr>
                <a:t>How to change the column configuration</a:t>
              </a:r>
              <a:endParaRPr/>
            </a:p>
            <a:p>
              <a:pPr indent="0" lvl="0" marL="0" marR="0" rtl="0" algn="l">
                <a:lnSpc>
                  <a:spcPct val="100000"/>
                </a:lnSpc>
                <a:spcBef>
                  <a:spcPts val="0"/>
                </a:spcBef>
                <a:spcAft>
                  <a:spcPts val="0"/>
                </a:spcAft>
                <a:buClr>
                  <a:srgbClr val="BFBFBF"/>
                </a:buClr>
                <a:buSzPts val="2400"/>
                <a:buFont typeface="Trebuchet MS"/>
                <a:buNone/>
              </a:pPr>
              <a:r>
                <a:rPr b="0" i="0" lang="en-US" sz="2400" u="none" cap="none" strike="noStrike">
                  <a:solidFill>
                    <a:srgbClr val="BFBFBF"/>
                  </a:solidFill>
                  <a:latin typeface="Trebuchet MS"/>
                  <a:ea typeface="Trebuchet MS"/>
                  <a:cs typeface="Trebuchet MS"/>
                  <a:sym typeface="Trebuchet MS"/>
                </a:rPr>
                <a:t>RIGHT-CLICK on the poster background and select LAYOUT to see the column options available for this template. The poster columns can also be customized on the Master. VIEW &gt; MASTER.</a:t>
              </a:r>
              <a:endParaRPr/>
            </a:p>
            <a:p>
              <a:pPr indent="0" lvl="0" marL="0" marR="0" rtl="0" algn="ctr">
                <a:lnSpc>
                  <a:spcPct val="100000"/>
                </a:lnSpc>
                <a:spcBef>
                  <a:spcPts val="0"/>
                </a:spcBef>
                <a:spcAft>
                  <a:spcPts val="0"/>
                </a:spcAft>
                <a:buClr>
                  <a:schemeClr val="lt1"/>
                </a:buClr>
                <a:buSzPts val="3200"/>
                <a:buFont typeface="Calibri"/>
                <a:buNone/>
              </a:pPr>
              <a:r>
                <a:t/>
              </a:r>
              <a:endParaRPr b="1" i="0" sz="3200" u="none" cap="none" strike="noStrike">
                <a:solidFill>
                  <a:srgbClr val="FFC000"/>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FFC000"/>
                </a:buClr>
                <a:buSzPts val="3200"/>
                <a:buFont typeface="Trebuchet MS"/>
                <a:buNone/>
              </a:pPr>
              <a:r>
                <a:rPr b="1" i="0" lang="en-US" sz="3200" u="none" cap="none" strike="noStrike">
                  <a:solidFill>
                    <a:srgbClr val="FFC000"/>
                  </a:solidFill>
                  <a:latin typeface="Trebuchet MS"/>
                  <a:ea typeface="Trebuchet MS"/>
                  <a:cs typeface="Trebuchet MS"/>
                  <a:sym typeface="Trebuchet MS"/>
                </a:rPr>
                <a:t>How to remove the info bars</a:t>
              </a:r>
              <a:endParaRPr/>
            </a:p>
            <a:p>
              <a:pPr indent="0" lvl="0" marL="0" marR="0" rtl="0" algn="l">
                <a:lnSpc>
                  <a:spcPct val="100000"/>
                </a:lnSpc>
                <a:spcBef>
                  <a:spcPts val="0"/>
                </a:spcBef>
                <a:spcAft>
                  <a:spcPts val="0"/>
                </a:spcAft>
                <a:buClr>
                  <a:srgbClr val="BFBFBF"/>
                </a:buClr>
                <a:buSzPts val="2400"/>
                <a:buFont typeface="Trebuchet MS"/>
                <a:buNone/>
              </a:pPr>
              <a:r>
                <a:rPr b="0" i="0" lang="en-US" sz="2400" u="none" cap="none" strike="noStrike">
                  <a:solidFill>
                    <a:srgbClr val="BFBFBF"/>
                  </a:solidFill>
                  <a:latin typeface="Trebuchet MS"/>
                  <a:ea typeface="Trebuchet MS"/>
                  <a:cs typeface="Trebuchet MS"/>
                  <a:sym typeface="Trebuchet MS"/>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endParaRPr/>
            </a:p>
            <a:p>
              <a:pPr indent="0" lvl="0" marL="0" marR="0" rtl="0" algn="l">
                <a:lnSpc>
                  <a:spcPct val="100000"/>
                </a:lnSpc>
                <a:spcBef>
                  <a:spcPts val="0"/>
                </a:spcBef>
                <a:spcAft>
                  <a:spcPts val="0"/>
                </a:spcAft>
                <a:buClr>
                  <a:schemeClr val="lt1"/>
                </a:buClr>
                <a:buSzPts val="2400"/>
                <a:buFont typeface="Calibri"/>
                <a:buNone/>
              </a:pPr>
              <a:r>
                <a:t/>
              </a:r>
              <a:endParaRPr b="0" i="0" sz="2400" u="none" cap="none" strike="noStrike">
                <a:solidFill>
                  <a:srgbClr val="BFBFBF"/>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FFC000"/>
                </a:buClr>
                <a:buSzPts val="3200"/>
                <a:buFont typeface="Trebuchet MS"/>
                <a:buNone/>
              </a:pPr>
              <a:r>
                <a:rPr b="1" i="0" lang="en-US" sz="3200" u="none" cap="none" strike="noStrike">
                  <a:solidFill>
                    <a:srgbClr val="FFC000"/>
                  </a:solidFill>
                  <a:latin typeface="Trebuchet MS"/>
                  <a:ea typeface="Trebuchet MS"/>
                  <a:cs typeface="Trebuchet MS"/>
                  <a:sym typeface="Trebuchet MS"/>
                </a:rPr>
                <a:t>Save your work</a:t>
              </a:r>
              <a:endParaRPr/>
            </a:p>
            <a:p>
              <a:pPr indent="0" lvl="0" marL="0" marR="0" rtl="0" algn="l">
                <a:lnSpc>
                  <a:spcPct val="100000"/>
                </a:lnSpc>
                <a:spcBef>
                  <a:spcPts val="0"/>
                </a:spcBef>
                <a:spcAft>
                  <a:spcPts val="0"/>
                </a:spcAft>
                <a:buClr>
                  <a:srgbClr val="BFBFBF"/>
                </a:buClr>
                <a:buSzPts val="2400"/>
                <a:buFont typeface="Trebuchet MS"/>
                <a:buNone/>
              </a:pPr>
              <a:r>
                <a:rPr b="0" i="0" lang="en-US" sz="2400" u="none" cap="none" strike="noStrike">
                  <a:solidFill>
                    <a:srgbClr val="BFBFBF"/>
                  </a:solidFill>
                  <a:latin typeface="Trebuchet MS"/>
                  <a:ea typeface="Trebuchet MS"/>
                  <a:cs typeface="Trebuchet MS"/>
                  <a:sym typeface="Trebuchet MS"/>
                </a:rPr>
                <a:t>Save your template as a PowerPoint document. For printing, save as PowerPoint or “Print-quality” PDF.</a:t>
              </a:r>
              <a:endParaRPr/>
            </a:p>
            <a:p>
              <a:pPr indent="0" lvl="0" marL="0" marR="0" rtl="0" algn="l">
                <a:lnSpc>
                  <a:spcPct val="100000"/>
                </a:lnSpc>
                <a:spcBef>
                  <a:spcPts val="0"/>
                </a:spcBef>
                <a:spcAft>
                  <a:spcPts val="0"/>
                </a:spcAft>
                <a:buClr>
                  <a:schemeClr val="lt1"/>
                </a:buClr>
                <a:buSzPts val="2400"/>
                <a:buFont typeface="Calibri"/>
                <a:buNone/>
              </a:pPr>
              <a:r>
                <a:t/>
              </a:r>
              <a:endParaRPr b="0" sz="2400">
                <a:solidFill>
                  <a:srgbClr val="BFBFBF"/>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FFC000"/>
                </a:buClr>
                <a:buSzPts val="3200"/>
                <a:buFont typeface="Trebuchet MS"/>
                <a:buNone/>
              </a:pPr>
              <a:r>
                <a:rPr b="1" i="0" lang="en-US" sz="3200" u="none" cap="none" strike="noStrike">
                  <a:solidFill>
                    <a:srgbClr val="FFC000"/>
                  </a:solidFill>
                  <a:latin typeface="Trebuchet MS"/>
                  <a:ea typeface="Trebuchet MS"/>
                  <a:cs typeface="Trebuchet MS"/>
                  <a:sym typeface="Trebuchet MS"/>
                </a:rPr>
                <a:t>Print your poster</a:t>
              </a:r>
              <a:endParaRPr/>
            </a:p>
            <a:p>
              <a:pPr indent="0" lvl="0" marL="0" marR="0" rtl="0" algn="l">
                <a:lnSpc>
                  <a:spcPct val="100000"/>
                </a:lnSpc>
                <a:spcBef>
                  <a:spcPts val="0"/>
                </a:spcBef>
                <a:spcAft>
                  <a:spcPts val="0"/>
                </a:spcAft>
                <a:buClr>
                  <a:srgbClr val="BFBFBF"/>
                </a:buClr>
                <a:buSzPts val="2400"/>
                <a:buFont typeface="Trebuchet MS"/>
                <a:buNone/>
              </a:pPr>
              <a:r>
                <a:rPr b="0" i="0" lang="en-US" sz="2400" u="none" cap="none" strike="noStrike">
                  <a:solidFill>
                    <a:srgbClr val="BFBFBF"/>
                  </a:solidFill>
                  <a:latin typeface="Trebuchet MS"/>
                  <a:ea typeface="Trebuchet MS"/>
                  <a:cs typeface="Trebuchet MS"/>
                  <a:sym typeface="Trebuchet MS"/>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endParaRPr/>
            </a:p>
            <a:p>
              <a:pPr indent="0" lvl="0" marL="0" marR="0" rtl="0" algn="l">
                <a:lnSpc>
                  <a:spcPct val="100000"/>
                </a:lnSpc>
                <a:spcBef>
                  <a:spcPts val="0"/>
                </a:spcBef>
                <a:spcAft>
                  <a:spcPts val="0"/>
                </a:spcAft>
                <a:buClr>
                  <a:schemeClr val="lt1"/>
                </a:buClr>
                <a:buSzPts val="2800"/>
                <a:buFont typeface="Calibri"/>
                <a:buNone/>
              </a:pPr>
              <a:r>
                <a:t/>
              </a:r>
              <a:endParaRPr b="0" i="0" sz="2800" u="none" cap="none" strike="noStrike">
                <a:solidFill>
                  <a:srgbClr val="BFBFBF"/>
                </a:solidFill>
                <a:latin typeface="Trebuchet MS"/>
                <a:ea typeface="Trebuchet MS"/>
                <a:cs typeface="Trebuchet MS"/>
                <a:sym typeface="Trebuchet MS"/>
              </a:endParaRPr>
            </a:p>
          </p:txBody>
        </p:sp>
        <p:graphicFrame>
          <p:nvGraphicFramePr>
            <p:cNvPr id="90" name="Google Shape;90;p4"/>
            <p:cNvGraphicFramePr/>
            <p:nvPr/>
          </p:nvGraphicFramePr>
          <p:xfrm>
            <a:off x="46915679" y="3349444"/>
            <a:ext cx="5586150" cy="2063772"/>
          </p:xfrm>
          <a:graphic>
            <a:graphicData uri="http://schemas.openxmlformats.org/presentationml/2006/ole">
              <mc:AlternateContent>
                <mc:Choice Requires="v">
                  <p:oleObj r:id="rId11" imgH="2063772" imgW="5586150" progId="Photoshop.Image.13" spid="_x0000_s3">
                    <p:embed/>
                  </p:oleObj>
                </mc:Choice>
                <mc:Fallback>
                  <p:oleObj r:id="rId12" imgH="2063772" imgW="5586150" progId="Photoshop.Image.13">
                    <p:embed/>
                    <p:pic>
                      <p:nvPicPr>
                        <p:cNvPr id="90" name="Google Shape;90;p4"/>
                        <p:cNvPicPr preferRelativeResize="0"/>
                        <p:nvPr/>
                      </p:nvPicPr>
                      <p:blipFill rotWithShape="1">
                        <a:blip r:embed="rId13">
                          <a:alphaModFix/>
                        </a:blip>
                        <a:srcRect b="0" l="0" r="0" t="0"/>
                        <a:stretch/>
                      </p:blipFill>
                      <p:spPr>
                        <a:xfrm>
                          <a:off x="46915679" y="3349444"/>
                          <a:ext cx="5586150" cy="2063772"/>
                        </a:xfrm>
                        <a:prstGeom prst="rect">
                          <a:avLst/>
                        </a:prstGeom>
                        <a:noFill/>
                        <a:ln>
                          <a:noFill/>
                        </a:ln>
                      </p:spPr>
                    </p:pic>
                  </p:oleObj>
                </mc:Fallback>
              </mc:AlternateContent>
            </a:graphicData>
          </a:graphic>
        </p:graphicFrame>
        <p:pic>
          <p:nvPicPr>
            <p:cNvPr id="91" name="Google Shape;91;p4"/>
            <p:cNvPicPr preferRelativeResize="0"/>
            <p:nvPr/>
          </p:nvPicPr>
          <p:blipFill rotWithShape="1">
            <a:blip r:embed="rId14">
              <a:alphaModFix/>
            </a:blip>
            <a:srcRect b="0" l="0" r="0" t="0"/>
            <a:stretch/>
          </p:blipFill>
          <p:spPr>
            <a:xfrm>
              <a:off x="44621819" y="7740040"/>
              <a:ext cx="2969584" cy="1370577"/>
            </a:xfrm>
            <a:prstGeom prst="rect">
              <a:avLst/>
            </a:prstGeom>
            <a:noFill/>
            <a:ln>
              <a:noFill/>
            </a:ln>
          </p:spPr>
        </p:pic>
        <p:graphicFrame>
          <p:nvGraphicFramePr>
            <p:cNvPr id="92" name="Google Shape;92;p4"/>
            <p:cNvGraphicFramePr/>
            <p:nvPr/>
          </p:nvGraphicFramePr>
          <p:xfrm>
            <a:off x="44629619" y="12347263"/>
            <a:ext cx="1482266" cy="992162"/>
          </p:xfrm>
          <a:graphic>
            <a:graphicData uri="http://schemas.openxmlformats.org/presentationml/2006/ole">
              <mc:AlternateContent>
                <mc:Choice Requires="v">
                  <p:oleObj r:id="rId15" imgH="992162" imgW="1482266" progId="Photoshop.Image.13" spid="_x0000_s4">
                    <p:embed/>
                  </p:oleObj>
                </mc:Choice>
                <mc:Fallback>
                  <p:oleObj r:id="rId16" imgH="992162" imgW="1482266" progId="Photoshop.Image.13">
                    <p:embed/>
                    <p:pic>
                      <p:nvPicPr>
                        <p:cNvPr id="92" name="Google Shape;92;p4"/>
                        <p:cNvPicPr preferRelativeResize="0"/>
                        <p:nvPr/>
                      </p:nvPicPr>
                      <p:blipFill rotWithShape="1">
                        <a:blip r:embed="rId17">
                          <a:alphaModFix/>
                        </a:blip>
                        <a:srcRect b="0" l="0" r="0" t="0"/>
                        <a:stretch/>
                      </p:blipFill>
                      <p:spPr>
                        <a:xfrm>
                          <a:off x="44629619" y="12347263"/>
                          <a:ext cx="1482266" cy="992162"/>
                        </a:xfrm>
                        <a:prstGeom prst="rect">
                          <a:avLst/>
                        </a:prstGeom>
                        <a:noFill/>
                        <a:ln>
                          <a:noFill/>
                        </a:ln>
                      </p:spPr>
                    </p:pic>
                  </p:oleObj>
                </mc:Fallback>
              </mc:AlternateContent>
            </a:graphicData>
          </a:graphic>
        </p:graphicFrame>
        <p:grpSp>
          <p:nvGrpSpPr>
            <p:cNvPr id="93" name="Google Shape;93;p4"/>
            <p:cNvGrpSpPr/>
            <p:nvPr/>
          </p:nvGrpSpPr>
          <p:grpSpPr>
            <a:xfrm>
              <a:off x="44487207" y="29414560"/>
              <a:ext cx="10354213" cy="1265612"/>
              <a:chOff x="44200453" y="28362386"/>
              <a:chExt cx="9771399" cy="1090622"/>
            </a:xfrm>
          </p:grpSpPr>
          <p:sp>
            <p:nvSpPr>
              <p:cNvPr id="94" name="Google Shape;94;p4"/>
              <p:cNvSpPr/>
              <p:nvPr/>
            </p:nvSpPr>
            <p:spPr>
              <a:xfrm>
                <a:off x="44200453" y="28362386"/>
                <a:ext cx="9771398" cy="109062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600">
                  <a:solidFill>
                    <a:schemeClr val="lt1"/>
                  </a:solidFill>
                  <a:latin typeface="Calibri"/>
                  <a:ea typeface="Calibri"/>
                  <a:cs typeface="Calibri"/>
                  <a:sym typeface="Calibri"/>
                </a:endParaRPr>
              </a:p>
            </p:txBody>
          </p:sp>
          <p:pic>
            <p:nvPicPr>
              <p:cNvPr descr="http://t2.gstatic.com/images?q=tbn:ANd9GcR4APHC6TT9w54M2zn_pvCiBxUNcspYPoVxirLRphBoJabfSvu7zw" id="95" name="Google Shape;95;p4">
                <a:hlinkClick r:id="rId18"/>
              </p:cNvPr>
              <p:cNvPicPr preferRelativeResize="0"/>
              <p:nvPr/>
            </p:nvPicPr>
            <p:blipFill rotWithShape="1">
              <a:blip r:embed="rId19">
                <a:alphaModFix/>
              </a:blip>
              <a:srcRect b="0" l="0" r="0" t="0"/>
              <a:stretch/>
            </p:blipFill>
            <p:spPr>
              <a:xfrm>
                <a:off x="44326393" y="28460718"/>
                <a:ext cx="914401" cy="914399"/>
              </a:xfrm>
              <a:prstGeom prst="rect">
                <a:avLst/>
              </a:prstGeom>
              <a:noFill/>
              <a:ln>
                <a:noFill/>
              </a:ln>
            </p:spPr>
          </p:pic>
          <p:sp>
            <p:nvSpPr>
              <p:cNvPr id="96" name="Google Shape;96;p4"/>
              <p:cNvSpPr txBox="1"/>
              <p:nvPr/>
            </p:nvSpPr>
            <p:spPr>
              <a:xfrm>
                <a:off x="45300663" y="28552305"/>
                <a:ext cx="8671189" cy="7160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Trebuchet MS"/>
                    <a:ea typeface="Trebuchet MS"/>
                    <a:cs typeface="Trebuchet MS"/>
                    <a:sym typeface="Trebuchet MS"/>
                  </a:rPr>
                  <a:t>Student</a:t>
                </a:r>
                <a:r>
                  <a:rPr lang="en-US" sz="2400">
                    <a:solidFill>
                      <a:schemeClr val="dk2"/>
                    </a:solidFill>
                    <a:latin typeface="Trebuchet MS"/>
                    <a:ea typeface="Trebuchet MS"/>
                    <a:cs typeface="Trebuchet MS"/>
                    <a:sym typeface="Trebuchet MS"/>
                  </a:rPr>
                  <a:t> discounts are available on our Facebook page.</a:t>
                </a:r>
                <a:br>
                  <a:rPr lang="en-US" sz="2400">
                    <a:solidFill>
                      <a:schemeClr val="dk2"/>
                    </a:solidFill>
                    <a:latin typeface="Trebuchet MS"/>
                    <a:ea typeface="Trebuchet MS"/>
                    <a:cs typeface="Trebuchet MS"/>
                    <a:sym typeface="Trebuchet MS"/>
                  </a:rPr>
                </a:br>
                <a:r>
                  <a:rPr lang="en-US" sz="2400">
                    <a:solidFill>
                      <a:schemeClr val="dk2"/>
                    </a:solidFill>
                    <a:latin typeface="Trebuchet MS"/>
                    <a:ea typeface="Trebuchet MS"/>
                    <a:cs typeface="Trebuchet MS"/>
                    <a:sym typeface="Trebuchet MS"/>
                  </a:rPr>
                  <a:t>Go to </a:t>
                </a:r>
                <a:r>
                  <a:rPr lang="en-US" sz="2400" u="sng">
                    <a:solidFill>
                      <a:schemeClr val="dk2"/>
                    </a:solidFill>
                    <a:latin typeface="Trebuchet MS"/>
                    <a:ea typeface="Trebuchet MS"/>
                    <a:cs typeface="Trebuchet MS"/>
                    <a:sym typeface="Trebuchet MS"/>
                  </a:rPr>
                  <a:t>PosterPresentations.com</a:t>
                </a:r>
                <a:r>
                  <a:rPr lang="en-US" sz="2400">
                    <a:solidFill>
                      <a:schemeClr val="dk2"/>
                    </a:solidFill>
                    <a:latin typeface="Trebuchet MS"/>
                    <a:ea typeface="Trebuchet MS"/>
                    <a:cs typeface="Trebuchet MS"/>
                    <a:sym typeface="Trebuchet MS"/>
                  </a:rPr>
                  <a:t> and click on the FB icon. </a:t>
                </a:r>
                <a:endParaRPr sz="2400">
                  <a:solidFill>
                    <a:schemeClr val="dk2"/>
                  </a:solidFill>
                  <a:latin typeface="Trebuchet MS"/>
                  <a:ea typeface="Trebuchet MS"/>
                  <a:cs typeface="Trebuchet MS"/>
                  <a:sym typeface="Trebuchet MS"/>
                </a:endParaRPr>
              </a:p>
            </p:txBody>
          </p:sp>
        </p:grpSp>
      </p:grpSp>
      <p:sp>
        <p:nvSpPr>
          <p:cNvPr id="97" name="Google Shape;97;p4"/>
          <p:cNvSpPr/>
          <p:nvPr/>
        </p:nvSpPr>
        <p:spPr>
          <a:xfrm>
            <a:off x="0" y="-55065"/>
            <a:ext cx="43891200" cy="1042617"/>
          </a:xfrm>
          <a:prstGeom prst="rect">
            <a:avLst/>
          </a:prstGeom>
          <a:gradFill>
            <a:gsLst>
              <a:gs pos="0">
                <a:srgbClr val="98A5D9"/>
              </a:gs>
              <a:gs pos="100000">
                <a:schemeClr val="lt1"/>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600">
              <a:solidFill>
                <a:schemeClr val="lt1"/>
              </a:solidFill>
              <a:latin typeface="Calibri"/>
              <a:ea typeface="Calibri"/>
              <a:cs typeface="Calibri"/>
              <a:sym typeface="Calibri"/>
            </a:endParaRPr>
          </a:p>
        </p:txBody>
      </p:sp>
      <p:sp>
        <p:nvSpPr>
          <p:cNvPr id="98" name="Google Shape;98;p4"/>
          <p:cNvSpPr/>
          <p:nvPr/>
        </p:nvSpPr>
        <p:spPr>
          <a:xfrm>
            <a:off x="6096" y="4742487"/>
            <a:ext cx="43891200" cy="274521"/>
          </a:xfrm>
          <a:prstGeom prst="rect">
            <a:avLst/>
          </a:prstGeom>
          <a:gradFill>
            <a:gsLst>
              <a:gs pos="0">
                <a:srgbClr val="98A5D9"/>
              </a:gs>
              <a:gs pos="51000">
                <a:schemeClr val="lt1"/>
              </a:gs>
              <a:gs pos="100000">
                <a:srgbClr val="DAE9F6"/>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600">
              <a:solidFill>
                <a:schemeClr val="lt1"/>
              </a:solidFill>
              <a:latin typeface="Calibri"/>
              <a:ea typeface="Calibri"/>
              <a:cs typeface="Calibri"/>
              <a:sym typeface="Calibri"/>
            </a:endParaRPr>
          </a:p>
        </p:txBody>
      </p:sp>
      <p:sp>
        <p:nvSpPr>
          <p:cNvPr id="99" name="Google Shape;99;p4"/>
          <p:cNvSpPr txBox="1"/>
          <p:nvPr/>
        </p:nvSpPr>
        <p:spPr>
          <a:xfrm>
            <a:off x="44487207" y="31252910"/>
            <a:ext cx="7629577" cy="1399638"/>
          </a:xfrm>
          <a:prstGeom prst="rect">
            <a:avLst/>
          </a:prstGeom>
          <a:noFill/>
          <a:ln>
            <a:noFill/>
          </a:ln>
        </p:spPr>
        <p:txBody>
          <a:bodyPr anchorCtr="0" anchor="t" bIns="32650" lIns="65300" spcFirstLastPara="1" rIns="65300" wrap="square" tIns="32650">
            <a:spAutoFit/>
          </a:bodyPr>
          <a:lstStyle/>
          <a:p>
            <a:pPr indent="-400050" lvl="0" marL="400050" marR="0" rtl="0" algn="l">
              <a:lnSpc>
                <a:spcPct val="92857"/>
              </a:lnSpc>
              <a:spcBef>
                <a:spcPts val="0"/>
              </a:spcBef>
              <a:spcAft>
                <a:spcPts val="0"/>
              </a:spcAft>
              <a:buNone/>
            </a:pPr>
            <a:r>
              <a:rPr lang="en-US" sz="2800">
                <a:solidFill>
                  <a:schemeClr val="lt1"/>
                </a:solidFill>
                <a:latin typeface="Calibri"/>
                <a:ea typeface="Calibri"/>
                <a:cs typeface="Calibri"/>
                <a:sym typeface="Calibri"/>
              </a:rPr>
              <a:t>© 2015</a:t>
            </a:r>
            <a:r>
              <a:rPr lang="en-US" sz="2800">
                <a:solidFill>
                  <a:schemeClr val="lt1"/>
                </a:solidFill>
                <a:latin typeface="Calibri"/>
                <a:ea typeface="Calibri"/>
                <a:cs typeface="Calibri"/>
                <a:sym typeface="Calibri"/>
              </a:rPr>
              <a:t> </a:t>
            </a:r>
            <a:r>
              <a:rPr lang="en-US" sz="2800">
                <a:solidFill>
                  <a:schemeClr val="lt1"/>
                </a:solidFill>
                <a:latin typeface="Calibri"/>
                <a:ea typeface="Calibri"/>
                <a:cs typeface="Calibri"/>
                <a:sym typeface="Calibri"/>
              </a:rPr>
              <a:t>PosterPresentations.com</a:t>
            </a:r>
            <a:br>
              <a:rPr lang="en-US" sz="2800">
                <a:solidFill>
                  <a:schemeClr val="lt1"/>
                </a:solidFill>
                <a:latin typeface="Calibri"/>
                <a:ea typeface="Calibri"/>
                <a:cs typeface="Calibri"/>
                <a:sym typeface="Calibri"/>
              </a:rPr>
            </a:br>
            <a:r>
              <a:rPr lang="en-US" sz="2400">
                <a:solidFill>
                  <a:schemeClr val="lt1"/>
                </a:solidFill>
                <a:latin typeface="Calibri"/>
                <a:ea typeface="Calibri"/>
                <a:cs typeface="Calibri"/>
                <a:sym typeface="Calibri"/>
              </a:rPr>
              <a:t>2117 Fourth Street ,</a:t>
            </a:r>
            <a:r>
              <a:rPr lang="en-US" sz="2400">
                <a:solidFill>
                  <a:schemeClr val="lt1"/>
                </a:solidFill>
                <a:latin typeface="Calibri"/>
                <a:ea typeface="Calibri"/>
                <a:cs typeface="Calibri"/>
                <a:sym typeface="Calibri"/>
              </a:rPr>
              <a:t> Unit C</a:t>
            </a:r>
            <a:endParaRPr/>
          </a:p>
          <a:p>
            <a:pPr indent="-400050" lvl="0" marL="400050" marR="0" rtl="0" algn="l">
              <a:lnSpc>
                <a:spcPct val="108333"/>
              </a:lnSpc>
              <a:spcBef>
                <a:spcPts val="0"/>
              </a:spcBef>
              <a:spcAft>
                <a:spcPts val="0"/>
              </a:spcAft>
              <a:buNone/>
            </a:pPr>
            <a:r>
              <a:rPr lang="en-US" sz="2400">
                <a:solidFill>
                  <a:schemeClr val="lt1"/>
                </a:solidFill>
                <a:latin typeface="Calibri"/>
                <a:ea typeface="Calibri"/>
                <a:cs typeface="Calibri"/>
                <a:sym typeface="Calibri"/>
              </a:rPr>
              <a:t>	Berkeley CA </a:t>
            </a:r>
            <a:r>
              <a:rPr lang="en-US" sz="2000">
                <a:solidFill>
                  <a:schemeClr val="lt1"/>
                </a:solidFill>
                <a:latin typeface="Calibri"/>
                <a:ea typeface="Calibri"/>
                <a:cs typeface="Calibri"/>
                <a:sym typeface="Calibri"/>
              </a:rPr>
              <a:t>94710</a:t>
            </a:r>
            <a:endParaRPr sz="2400">
              <a:solidFill>
                <a:schemeClr val="lt1"/>
              </a:solidFill>
              <a:latin typeface="Calibri"/>
              <a:ea typeface="Calibri"/>
              <a:cs typeface="Calibri"/>
              <a:sym typeface="Calibri"/>
            </a:endParaRPr>
          </a:p>
          <a:p>
            <a:pPr indent="-400050" lvl="0" marL="400050" marR="0" rtl="0" algn="l">
              <a:lnSpc>
                <a:spcPct val="108333"/>
              </a:lnSpc>
              <a:spcBef>
                <a:spcPts val="0"/>
              </a:spcBef>
              <a:spcAft>
                <a:spcPts val="0"/>
              </a:spcAft>
              <a:buNone/>
            </a:pPr>
            <a:r>
              <a:rPr b="1" lang="en-US" sz="2400">
                <a:solidFill>
                  <a:srgbClr val="FFFF00"/>
                </a:solidFill>
                <a:latin typeface="Calibri"/>
                <a:ea typeface="Calibri"/>
                <a:cs typeface="Calibri"/>
                <a:sym typeface="Calibri"/>
              </a:rPr>
              <a:t>	posterpresenter@gmail.com</a:t>
            </a:r>
            <a:endParaRPr b="1" sz="2800">
              <a:solidFill>
                <a:srgbClr val="FFFF00"/>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51" r:id="rId20"/>
    <p:sldLayoutId id="2147483652"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6" name="Shape 136"/>
        <p:cNvGrpSpPr/>
        <p:nvPr/>
      </p:nvGrpSpPr>
      <p:grpSpPr>
        <a:xfrm>
          <a:off x="0" y="0"/>
          <a:ext cx="0" cy="0"/>
          <a:chOff x="0" y="0"/>
          <a:chExt cx="0" cy="0"/>
        </a:xfrm>
      </p:grpSpPr>
      <p:sp>
        <p:nvSpPr>
          <p:cNvPr id="137" name="Google Shape;137;p7"/>
          <p:cNvSpPr/>
          <p:nvPr/>
        </p:nvSpPr>
        <p:spPr>
          <a:xfrm rot="10800000">
            <a:off x="-6419" y="31869601"/>
            <a:ext cx="43891200" cy="1042617"/>
          </a:xfrm>
          <a:prstGeom prst="rect">
            <a:avLst/>
          </a:prstGeom>
          <a:gradFill>
            <a:gsLst>
              <a:gs pos="0">
                <a:srgbClr val="98C2F5"/>
              </a:gs>
              <a:gs pos="100000">
                <a:schemeClr val="lt1"/>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600">
              <a:solidFill>
                <a:schemeClr val="lt1"/>
              </a:solidFill>
              <a:latin typeface="Calibri"/>
              <a:ea typeface="Calibri"/>
              <a:cs typeface="Calibri"/>
              <a:sym typeface="Calibri"/>
            </a:endParaRPr>
          </a:p>
        </p:txBody>
      </p:sp>
      <p:cxnSp>
        <p:nvCxnSpPr>
          <p:cNvPr id="138" name="Google Shape;138;p7"/>
          <p:cNvCxnSpPr/>
          <p:nvPr/>
        </p:nvCxnSpPr>
        <p:spPr>
          <a:xfrm flipH="1" rot="10800000">
            <a:off x="-13946601" y="11526118"/>
            <a:ext cx="13577436" cy="818"/>
          </a:xfrm>
          <a:prstGeom prst="straightConnector1">
            <a:avLst/>
          </a:prstGeom>
          <a:noFill/>
          <a:ln cap="flat" cmpd="sng" w="9525">
            <a:solidFill>
              <a:srgbClr val="F2F2F2"/>
            </a:solidFill>
            <a:prstDash val="solid"/>
            <a:round/>
            <a:headEnd len="sm" w="sm" type="none"/>
            <a:tailEnd len="sm" w="sm" type="none"/>
          </a:ln>
        </p:spPr>
      </p:cxnSp>
      <p:grpSp>
        <p:nvGrpSpPr>
          <p:cNvPr id="139" name="Google Shape;139;p7"/>
          <p:cNvGrpSpPr/>
          <p:nvPr/>
        </p:nvGrpSpPr>
        <p:grpSpPr>
          <a:xfrm>
            <a:off x="44157839" y="-55065"/>
            <a:ext cx="11062139" cy="32973465"/>
            <a:chOff x="44157839" y="-55065"/>
            <a:chExt cx="11062139" cy="32973465"/>
          </a:xfrm>
        </p:grpSpPr>
        <p:sp>
          <p:nvSpPr>
            <p:cNvPr id="140" name="Google Shape;140;p7"/>
            <p:cNvSpPr/>
            <p:nvPr/>
          </p:nvSpPr>
          <p:spPr>
            <a:xfrm>
              <a:off x="44157839" y="-55065"/>
              <a:ext cx="11062139" cy="32973465"/>
            </a:xfrm>
            <a:prstGeom prst="rect">
              <a:avLst/>
            </a:prstGeom>
            <a:solidFill>
              <a:srgbClr val="0C0C0C"/>
            </a:solidFill>
            <a:ln>
              <a:noFill/>
            </a:ln>
          </p:spPr>
          <p:txBody>
            <a:bodyPr anchorCtr="0" anchor="t" bIns="0" lIns="457200" spcFirstLastPara="1" rIns="457200" wrap="square" tIns="457200">
              <a:noAutofit/>
            </a:bodyPr>
            <a:lstStyle/>
            <a:p>
              <a:pPr indent="0" lvl="0" marL="0" marR="0" rtl="0" algn="ctr">
                <a:spcBef>
                  <a:spcPts val="0"/>
                </a:spcBef>
                <a:spcAft>
                  <a:spcPts val="0"/>
                </a:spcAft>
                <a:buNone/>
              </a:pPr>
              <a:r>
                <a:rPr b="1" lang="en-US" sz="4000">
                  <a:solidFill>
                    <a:schemeClr val="lt1"/>
                  </a:solidFill>
                  <a:latin typeface="Trebuchet MS"/>
                  <a:ea typeface="Trebuchet MS"/>
                  <a:cs typeface="Trebuchet MS"/>
                  <a:sym typeface="Trebuchet MS"/>
                </a:rPr>
                <a:t>QUICK START (cont.)</a:t>
              </a:r>
              <a:endParaRPr/>
            </a:p>
            <a:p>
              <a:pPr indent="0" lvl="0" marL="0" marR="0" rtl="0" algn="ctr">
                <a:spcBef>
                  <a:spcPts val="0"/>
                </a:spcBef>
                <a:spcAft>
                  <a:spcPts val="0"/>
                </a:spcAft>
                <a:buNone/>
              </a:pPr>
              <a:r>
                <a:t/>
              </a:r>
              <a:endParaRPr b="1" sz="36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b="1" lang="en-US" sz="3200">
                  <a:solidFill>
                    <a:srgbClr val="FFC000"/>
                  </a:solidFill>
                  <a:latin typeface="Trebuchet MS"/>
                  <a:ea typeface="Trebuchet MS"/>
                  <a:cs typeface="Trebuchet MS"/>
                  <a:sym typeface="Trebuchet MS"/>
                </a:rPr>
                <a:t>How to change the template color theme</a:t>
              </a:r>
              <a:endParaRPr/>
            </a:p>
            <a:p>
              <a:pPr indent="0" lvl="2" marL="0" marR="0" rtl="0" algn="l">
                <a:lnSpc>
                  <a:spcPct val="100000"/>
                </a:lnSpc>
                <a:spcBef>
                  <a:spcPts val="0"/>
                </a:spcBef>
                <a:spcAft>
                  <a:spcPts val="0"/>
                </a:spcAft>
                <a:buClr>
                  <a:srgbClr val="BFBFBF"/>
                </a:buClr>
                <a:buSzPts val="2400"/>
                <a:buFont typeface="Trebuchet MS"/>
                <a:buNone/>
              </a:pPr>
              <a:r>
                <a:rPr b="0" i="0" lang="en-US" sz="2400" u="none" cap="none" strike="noStrike">
                  <a:solidFill>
                    <a:srgbClr val="BFBFBF"/>
                  </a:solidFill>
                  <a:latin typeface="Trebuchet MS"/>
                  <a:ea typeface="Trebuchet MS"/>
                  <a:cs typeface="Trebuchet MS"/>
                  <a:sym typeface="Trebuchet MS"/>
                </a:rPr>
                <a:t>You can easily change the color theme of your poster by going to the DESIGN menu, click on COLORS, and choose the color theme of your choice. You can also create your own color theme.</a:t>
              </a:r>
              <a:endParaRPr/>
            </a:p>
            <a:p>
              <a:pPr indent="0" lvl="2" marL="0" marR="0" rtl="0" algn="l">
                <a:lnSpc>
                  <a:spcPct val="100000"/>
                </a:lnSpc>
                <a:spcBef>
                  <a:spcPts val="0"/>
                </a:spcBef>
                <a:spcAft>
                  <a:spcPts val="0"/>
                </a:spcAft>
                <a:buClr>
                  <a:schemeClr val="lt1"/>
                </a:buClr>
                <a:buSzPts val="2400"/>
                <a:buFont typeface="Calibri"/>
                <a:buNone/>
              </a:pPr>
              <a:r>
                <a:t/>
              </a:r>
              <a:endParaRPr b="0" i="0" sz="2400" u="none" cap="none" strike="noStrike">
                <a:solidFill>
                  <a:srgbClr val="BFBFBF"/>
                </a:solidFill>
                <a:latin typeface="Trebuchet MS"/>
                <a:ea typeface="Trebuchet MS"/>
                <a:cs typeface="Trebuchet MS"/>
                <a:sym typeface="Trebuchet MS"/>
              </a:endParaRPr>
            </a:p>
            <a:p>
              <a:pPr indent="0" lvl="0" marL="0" marR="0" rtl="0" algn="l">
                <a:spcBef>
                  <a:spcPts val="0"/>
                </a:spcBef>
                <a:spcAft>
                  <a:spcPts val="0"/>
                </a:spcAft>
                <a:buNone/>
              </a:pPr>
              <a:r>
                <a:t/>
              </a:r>
              <a:endParaRPr b="0" sz="2400">
                <a:solidFill>
                  <a:srgbClr val="BFBFBF"/>
                </a:solidFill>
                <a:latin typeface="Trebuchet MS"/>
                <a:ea typeface="Trebuchet MS"/>
                <a:cs typeface="Trebuchet MS"/>
                <a:sym typeface="Trebuchet MS"/>
              </a:endParaRPr>
            </a:p>
            <a:p>
              <a:pPr indent="0" lvl="0" marL="0" marR="0" rtl="0" algn="l">
                <a:spcBef>
                  <a:spcPts val="0"/>
                </a:spcBef>
                <a:spcAft>
                  <a:spcPts val="0"/>
                </a:spcAft>
                <a:buNone/>
              </a:pPr>
              <a:r>
                <a:t/>
              </a:r>
              <a:endParaRPr b="0" sz="2400">
                <a:solidFill>
                  <a:srgbClr val="BFBFBF"/>
                </a:solidFill>
                <a:latin typeface="Trebuchet MS"/>
                <a:ea typeface="Trebuchet MS"/>
                <a:cs typeface="Trebuchet MS"/>
                <a:sym typeface="Trebuchet MS"/>
              </a:endParaRPr>
            </a:p>
            <a:p>
              <a:pPr indent="0" lvl="0" marL="0" marR="0" rtl="0" algn="l">
                <a:spcBef>
                  <a:spcPts val="0"/>
                </a:spcBef>
                <a:spcAft>
                  <a:spcPts val="0"/>
                </a:spcAft>
                <a:buNone/>
              </a:pPr>
              <a:r>
                <a:t/>
              </a:r>
              <a:endParaRPr b="0" sz="2400">
                <a:solidFill>
                  <a:srgbClr val="BFBFBF"/>
                </a:solidFill>
                <a:latin typeface="Trebuchet MS"/>
                <a:ea typeface="Trebuchet MS"/>
                <a:cs typeface="Trebuchet MS"/>
                <a:sym typeface="Trebuchet MS"/>
              </a:endParaRPr>
            </a:p>
            <a:p>
              <a:pPr indent="0" lvl="0" marL="0" marR="0" rtl="0" algn="l">
                <a:spcBef>
                  <a:spcPts val="0"/>
                </a:spcBef>
                <a:spcAft>
                  <a:spcPts val="0"/>
                </a:spcAft>
                <a:buNone/>
              </a:pPr>
              <a:r>
                <a:t/>
              </a:r>
              <a:endParaRPr b="0" sz="2400">
                <a:solidFill>
                  <a:srgbClr val="BFBFBF"/>
                </a:solidFill>
                <a:latin typeface="Trebuchet MS"/>
                <a:ea typeface="Trebuchet MS"/>
                <a:cs typeface="Trebuchet MS"/>
                <a:sym typeface="Trebuchet MS"/>
              </a:endParaRPr>
            </a:p>
            <a:p>
              <a:pPr indent="0" lvl="0" marL="0" marR="0" rtl="0" algn="l">
                <a:spcBef>
                  <a:spcPts val="0"/>
                </a:spcBef>
                <a:spcAft>
                  <a:spcPts val="0"/>
                </a:spcAft>
                <a:buNone/>
              </a:pPr>
              <a:r>
                <a:t/>
              </a:r>
              <a:endParaRPr b="0" sz="2400">
                <a:solidFill>
                  <a:srgbClr val="BFBFBF"/>
                </a:solidFill>
                <a:latin typeface="Trebuchet MS"/>
                <a:ea typeface="Trebuchet MS"/>
                <a:cs typeface="Trebuchet MS"/>
                <a:sym typeface="Trebuchet MS"/>
              </a:endParaRPr>
            </a:p>
            <a:p>
              <a:pPr indent="0" lvl="0" marL="0" marR="0" rtl="0" algn="l">
                <a:spcBef>
                  <a:spcPts val="0"/>
                </a:spcBef>
                <a:spcAft>
                  <a:spcPts val="0"/>
                </a:spcAft>
                <a:buNone/>
              </a:pPr>
              <a:r>
                <a:t/>
              </a:r>
              <a:endParaRPr b="0" sz="2400">
                <a:solidFill>
                  <a:srgbClr val="BFBFBF"/>
                </a:solidFill>
                <a:latin typeface="Trebuchet MS"/>
                <a:ea typeface="Trebuchet MS"/>
                <a:cs typeface="Trebuchet MS"/>
                <a:sym typeface="Trebuchet MS"/>
              </a:endParaRPr>
            </a:p>
            <a:p>
              <a:pPr indent="0" lvl="0" marL="0" marR="0" rtl="0" algn="l">
                <a:spcBef>
                  <a:spcPts val="0"/>
                </a:spcBef>
                <a:spcAft>
                  <a:spcPts val="0"/>
                </a:spcAft>
                <a:buNone/>
              </a:pPr>
              <a:r>
                <a:rPr b="0" lang="en-US" sz="2400">
                  <a:solidFill>
                    <a:srgbClr val="BFBFBF"/>
                  </a:solidFill>
                  <a:latin typeface="Trebuchet MS"/>
                  <a:ea typeface="Trebuchet MS"/>
                  <a:cs typeface="Trebuchet MS"/>
                  <a:sym typeface="Trebuchet MS"/>
                </a:rPr>
                <a:t>You can also manually change the color of your background by going to VIEW &gt; SLIDE MASTER.  After you finish working on the master be sure to go to VIEW &gt; NORMAL to continue working on your poster.</a:t>
              </a:r>
              <a:endParaRPr/>
            </a:p>
            <a:p>
              <a:pPr indent="0" lvl="0" marL="0" marR="0" rtl="0" algn="l">
                <a:spcBef>
                  <a:spcPts val="0"/>
                </a:spcBef>
                <a:spcAft>
                  <a:spcPts val="0"/>
                </a:spcAft>
                <a:buNone/>
              </a:pPr>
              <a:r>
                <a:t/>
              </a:r>
              <a:endParaRPr b="0" sz="2400">
                <a:solidFill>
                  <a:srgbClr val="BFBFBF"/>
                </a:solidFill>
                <a:latin typeface="Trebuchet MS"/>
                <a:ea typeface="Trebuchet MS"/>
                <a:cs typeface="Trebuchet MS"/>
                <a:sym typeface="Trebuchet MS"/>
              </a:endParaRPr>
            </a:p>
            <a:p>
              <a:pPr indent="0" lvl="0" marL="0" marR="0" rtl="0" algn="ctr">
                <a:spcBef>
                  <a:spcPts val="0"/>
                </a:spcBef>
                <a:spcAft>
                  <a:spcPts val="0"/>
                </a:spcAft>
                <a:buNone/>
              </a:pPr>
              <a:r>
                <a:rPr b="1" lang="en-US" sz="3200">
                  <a:solidFill>
                    <a:srgbClr val="FFC000"/>
                  </a:solidFill>
                  <a:latin typeface="Trebuchet MS"/>
                  <a:ea typeface="Trebuchet MS"/>
                  <a:cs typeface="Trebuchet MS"/>
                  <a:sym typeface="Trebuchet MS"/>
                </a:rPr>
                <a:t>How to add Text</a:t>
              </a:r>
              <a:endParaRPr/>
            </a:p>
            <a:p>
              <a:pPr indent="0" lvl="2" marL="3265488" marR="0" rtl="0" algn="l">
                <a:spcBef>
                  <a:spcPts val="0"/>
                </a:spcBef>
                <a:spcAft>
                  <a:spcPts val="0"/>
                </a:spcAft>
                <a:buNone/>
              </a:pPr>
              <a:r>
                <a:rPr b="0" i="0" lang="en-US" sz="2400" u="none" cap="none" strike="noStrike">
                  <a:solidFill>
                    <a:srgbClr val="BFBFBF"/>
                  </a:solidFill>
                  <a:latin typeface="Trebuchet MS"/>
                  <a:ea typeface="Trebuchet MS"/>
                  <a:cs typeface="Trebuchet MS"/>
                  <a:sym typeface="Trebuchet MS"/>
                </a:rPr>
                <a:t>The template comes with a number of pre-formatted placeholders for headers and text blocks. You can add more blocks by copying and pasting the existing ones or by adding a text box from the HOME menu. </a:t>
              </a:r>
              <a:endParaRPr/>
            </a:p>
            <a:p>
              <a:pPr indent="0" lvl="2" marL="1518341" marR="0" rtl="0" algn="l">
                <a:spcBef>
                  <a:spcPts val="0"/>
                </a:spcBef>
                <a:spcAft>
                  <a:spcPts val="0"/>
                </a:spcAft>
                <a:buNone/>
              </a:pPr>
              <a:r>
                <a:t/>
              </a:r>
              <a:endParaRPr b="0" i="0" sz="2400" u="none" cap="none" strike="noStrike">
                <a:solidFill>
                  <a:srgbClr val="BFBFBF"/>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BFBFBF"/>
                </a:buClr>
                <a:buSzPts val="2400"/>
                <a:buFont typeface="Trebuchet MS"/>
                <a:buNone/>
              </a:pPr>
              <a:r>
                <a:rPr b="0" lang="en-US" sz="2400">
                  <a:solidFill>
                    <a:srgbClr val="BFBFBF"/>
                  </a:solidFill>
                  <a:latin typeface="Trebuchet MS"/>
                  <a:ea typeface="Trebuchet MS"/>
                  <a:cs typeface="Trebuchet MS"/>
                  <a:sym typeface="Trebuchet MS"/>
                </a:rPr>
                <a:t> </a:t>
              </a:r>
              <a:r>
                <a:rPr b="1" i="0" lang="en-US" sz="3200" u="none" cap="none" strike="noStrike">
                  <a:solidFill>
                    <a:srgbClr val="FFC000"/>
                  </a:solidFill>
                  <a:latin typeface="Trebuchet MS"/>
                  <a:ea typeface="Trebuchet MS"/>
                  <a:cs typeface="Trebuchet MS"/>
                  <a:sym typeface="Trebuchet MS"/>
                </a:rPr>
                <a:t>Text size</a:t>
              </a:r>
              <a:endParaRPr/>
            </a:p>
            <a:p>
              <a:pPr indent="0" lvl="0" marL="0" marR="0" rtl="0" algn="l">
                <a:lnSpc>
                  <a:spcPct val="100000"/>
                </a:lnSpc>
                <a:spcBef>
                  <a:spcPts val="0"/>
                </a:spcBef>
                <a:spcAft>
                  <a:spcPts val="0"/>
                </a:spcAft>
                <a:buClr>
                  <a:srgbClr val="BFBFBF"/>
                </a:buClr>
                <a:buSzPts val="2400"/>
                <a:buFont typeface="Trebuchet MS"/>
                <a:buNone/>
              </a:pPr>
              <a:r>
                <a:rPr b="0" i="0" lang="en-US" sz="2400" u="none" cap="none" strike="noStrike">
                  <a:solidFill>
                    <a:srgbClr val="BFBFBF"/>
                  </a:solidFill>
                  <a:latin typeface="Trebuchet MS"/>
                  <a:ea typeface="Trebuchet MS"/>
                  <a:cs typeface="Trebuchet MS"/>
                  <a:sym typeface="Trebuchet MS"/>
                </a:rPr>
                <a:t>Adjust the size of your text based on how much content you have to present. The default template text offers a good starting point. Follow the conference requirements.</a:t>
              </a:r>
              <a:endParaRPr b="0" sz="2400">
                <a:solidFill>
                  <a:srgbClr val="BFBFBF"/>
                </a:solidFill>
                <a:latin typeface="Trebuchet MS"/>
                <a:ea typeface="Trebuchet MS"/>
                <a:cs typeface="Trebuchet MS"/>
                <a:sym typeface="Trebuchet MS"/>
              </a:endParaRPr>
            </a:p>
            <a:p>
              <a:pPr indent="0" lvl="2" marL="1518341" marR="0" rtl="0" algn="l">
                <a:spcBef>
                  <a:spcPts val="0"/>
                </a:spcBef>
                <a:spcAft>
                  <a:spcPts val="0"/>
                </a:spcAft>
                <a:buNone/>
              </a:pPr>
              <a:r>
                <a:t/>
              </a:r>
              <a:endParaRPr b="0" i="0" sz="2400" u="none" cap="none" strike="noStrike">
                <a:solidFill>
                  <a:srgbClr val="BFBFBF"/>
                </a:solidFill>
                <a:latin typeface="Trebuchet MS"/>
                <a:ea typeface="Trebuchet MS"/>
                <a:cs typeface="Trebuchet MS"/>
                <a:sym typeface="Trebuchet MS"/>
              </a:endParaRPr>
            </a:p>
            <a:p>
              <a:pPr indent="0" lvl="0" marL="0" marR="0" rtl="0" algn="ctr">
                <a:spcBef>
                  <a:spcPts val="0"/>
                </a:spcBef>
                <a:spcAft>
                  <a:spcPts val="0"/>
                </a:spcAft>
                <a:buNone/>
              </a:pPr>
              <a:r>
                <a:rPr b="1" lang="en-US" sz="3200">
                  <a:solidFill>
                    <a:srgbClr val="FFC000"/>
                  </a:solidFill>
                  <a:latin typeface="Trebuchet MS"/>
                  <a:ea typeface="Trebuchet MS"/>
                  <a:cs typeface="Trebuchet MS"/>
                  <a:sym typeface="Trebuchet MS"/>
                </a:rPr>
                <a:t>How to add Tables</a:t>
              </a:r>
              <a:endParaRPr/>
            </a:p>
            <a:p>
              <a:pPr indent="0" lvl="1" marL="1730375" marR="0" rtl="0" algn="l">
                <a:spcBef>
                  <a:spcPts val="0"/>
                </a:spcBef>
                <a:spcAft>
                  <a:spcPts val="0"/>
                </a:spcAft>
                <a:buNone/>
              </a:pPr>
              <a:r>
                <a:rPr b="0" i="0" lang="en-US" sz="2400" u="none" cap="none" strike="noStrike">
                  <a:solidFill>
                    <a:srgbClr val="BFBFBF"/>
                  </a:solidFill>
                  <a:latin typeface="Trebuchet MS"/>
                  <a:ea typeface="Trebuchet MS"/>
                  <a:cs typeface="Trebuchet MS"/>
                  <a:sym typeface="Trebuchet MS"/>
                </a:rPr>
                <a:t>To add a table from scratch go to the INSERT menu and </a:t>
              </a:r>
              <a:br>
                <a:rPr b="0" i="0" lang="en-US" sz="2400" u="none" cap="none" strike="noStrike">
                  <a:solidFill>
                    <a:srgbClr val="BFBFBF"/>
                  </a:solidFill>
                  <a:latin typeface="Trebuchet MS"/>
                  <a:ea typeface="Trebuchet MS"/>
                  <a:cs typeface="Trebuchet MS"/>
                  <a:sym typeface="Trebuchet MS"/>
                </a:rPr>
              </a:br>
              <a:r>
                <a:rPr b="0" i="0" lang="en-US" sz="2400" u="none" cap="none" strike="noStrike">
                  <a:solidFill>
                    <a:srgbClr val="BFBFBF"/>
                  </a:solidFill>
                  <a:latin typeface="Trebuchet MS"/>
                  <a:ea typeface="Trebuchet MS"/>
                  <a:cs typeface="Trebuchet MS"/>
                  <a:sym typeface="Trebuchet MS"/>
                </a:rPr>
                <a:t>click on TABLE. A drop-down box will help you select rows and columns. </a:t>
              </a:r>
              <a:endParaRPr/>
            </a:p>
            <a:p>
              <a:pPr indent="0" lvl="0" marL="0" marR="0" rtl="0" algn="l">
                <a:spcBef>
                  <a:spcPts val="0"/>
                </a:spcBef>
                <a:spcAft>
                  <a:spcPts val="0"/>
                </a:spcAft>
                <a:buNone/>
              </a:pPr>
              <a:r>
                <a:rPr b="0" lang="en-US" sz="2400">
                  <a:solidFill>
                    <a:srgbClr val="BFBFBF"/>
                  </a:solidFill>
                  <a:latin typeface="Trebuchet MS"/>
                  <a:ea typeface="Trebuchet MS"/>
                  <a:cs typeface="Trebuchet MS"/>
                  <a:sym typeface="Trebuchet MS"/>
                </a:rPr>
                <a:t>You can also copy and a paste a table from Word or another PowerPoint document. A pasted table may need to be re-formatted by RIGHT-CLICK &gt; FORMAT SHAPE, TEXT BOX, Margins.</a:t>
              </a:r>
              <a:endParaRPr/>
            </a:p>
            <a:p>
              <a:pPr indent="0" lvl="0" marL="0" marR="0" rtl="0" algn="l">
                <a:spcBef>
                  <a:spcPts val="0"/>
                </a:spcBef>
                <a:spcAft>
                  <a:spcPts val="0"/>
                </a:spcAft>
                <a:buNone/>
              </a:pPr>
              <a:r>
                <a:t/>
              </a:r>
              <a:endParaRPr b="0" sz="2400">
                <a:solidFill>
                  <a:srgbClr val="BFBFBF"/>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FFC000"/>
                </a:buClr>
                <a:buSzPts val="3200"/>
                <a:buFont typeface="Trebuchet MS"/>
                <a:buNone/>
              </a:pPr>
              <a:r>
                <a:rPr b="1" i="0" lang="en-US" sz="3200" u="none" cap="none" strike="noStrike">
                  <a:solidFill>
                    <a:srgbClr val="FFC000"/>
                  </a:solidFill>
                  <a:latin typeface="Trebuchet MS"/>
                  <a:ea typeface="Trebuchet MS"/>
                  <a:cs typeface="Trebuchet MS"/>
                  <a:sym typeface="Trebuchet MS"/>
                </a:rPr>
                <a:t>Graphs / Charts</a:t>
              </a:r>
              <a:endParaRPr/>
            </a:p>
            <a:p>
              <a:pPr indent="0" lvl="0" marL="0" marR="0" rtl="0" algn="l">
                <a:lnSpc>
                  <a:spcPct val="100000"/>
                </a:lnSpc>
                <a:spcBef>
                  <a:spcPts val="0"/>
                </a:spcBef>
                <a:spcAft>
                  <a:spcPts val="0"/>
                </a:spcAft>
                <a:buClr>
                  <a:srgbClr val="BFBFBF"/>
                </a:buClr>
                <a:buSzPts val="2400"/>
                <a:buFont typeface="Trebuchet MS"/>
                <a:buNone/>
              </a:pPr>
              <a:r>
                <a:rPr b="0" i="0" lang="en-US" sz="2400" u="none" cap="none" strike="noStrike">
                  <a:solidFill>
                    <a:srgbClr val="BFBFBF"/>
                  </a:solidFill>
                  <a:latin typeface="Trebuchet MS"/>
                  <a:ea typeface="Trebuchet MS"/>
                  <a:cs typeface="Trebuchet MS"/>
                  <a:sym typeface="Trebuchet MS"/>
                </a:rPr>
                <a:t>You can simply copy and paste charts and graphs from Excel or Word. Some reformatting may be required depending on how the original document has been created.</a:t>
              </a:r>
              <a:endParaRPr/>
            </a:p>
            <a:p>
              <a:pPr indent="0" lvl="0" marL="0" marR="0" rtl="0" algn="l">
                <a:lnSpc>
                  <a:spcPct val="100000"/>
                </a:lnSpc>
                <a:spcBef>
                  <a:spcPts val="0"/>
                </a:spcBef>
                <a:spcAft>
                  <a:spcPts val="0"/>
                </a:spcAft>
                <a:buClr>
                  <a:schemeClr val="lt1"/>
                </a:buClr>
                <a:buSzPts val="2400"/>
                <a:buFont typeface="Calibri"/>
                <a:buNone/>
              </a:pPr>
              <a:r>
                <a:t/>
              </a:r>
              <a:endParaRPr b="0" i="0" sz="2400" u="none" cap="none" strike="noStrike">
                <a:solidFill>
                  <a:srgbClr val="BFBFBF"/>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FFC000"/>
                </a:buClr>
                <a:buSzPts val="3200"/>
                <a:buFont typeface="Trebuchet MS"/>
                <a:buNone/>
              </a:pPr>
              <a:r>
                <a:rPr b="1" i="0" lang="en-US" sz="3200" u="none" cap="none" strike="noStrike">
                  <a:solidFill>
                    <a:srgbClr val="FFC000"/>
                  </a:solidFill>
                  <a:latin typeface="Trebuchet MS"/>
                  <a:ea typeface="Trebuchet MS"/>
                  <a:cs typeface="Trebuchet MS"/>
                  <a:sym typeface="Trebuchet MS"/>
                </a:rPr>
                <a:t>How to change the column configuration</a:t>
              </a:r>
              <a:endParaRPr/>
            </a:p>
            <a:p>
              <a:pPr indent="0" lvl="0" marL="0" marR="0" rtl="0" algn="l">
                <a:lnSpc>
                  <a:spcPct val="100000"/>
                </a:lnSpc>
                <a:spcBef>
                  <a:spcPts val="0"/>
                </a:spcBef>
                <a:spcAft>
                  <a:spcPts val="0"/>
                </a:spcAft>
                <a:buClr>
                  <a:srgbClr val="BFBFBF"/>
                </a:buClr>
                <a:buSzPts val="2400"/>
                <a:buFont typeface="Trebuchet MS"/>
                <a:buNone/>
              </a:pPr>
              <a:r>
                <a:rPr b="0" i="0" lang="en-US" sz="2400" u="none" cap="none" strike="noStrike">
                  <a:solidFill>
                    <a:srgbClr val="BFBFBF"/>
                  </a:solidFill>
                  <a:latin typeface="Trebuchet MS"/>
                  <a:ea typeface="Trebuchet MS"/>
                  <a:cs typeface="Trebuchet MS"/>
                  <a:sym typeface="Trebuchet MS"/>
                </a:rPr>
                <a:t>RIGHT-CLICK on the poster background and select LAYOUT to see the column options available for this template. The poster columns can also be customized on the Master. VIEW &gt; MASTER.</a:t>
              </a:r>
              <a:endParaRPr/>
            </a:p>
            <a:p>
              <a:pPr indent="0" lvl="0" marL="0" marR="0" rtl="0" algn="ctr">
                <a:lnSpc>
                  <a:spcPct val="100000"/>
                </a:lnSpc>
                <a:spcBef>
                  <a:spcPts val="0"/>
                </a:spcBef>
                <a:spcAft>
                  <a:spcPts val="0"/>
                </a:spcAft>
                <a:buClr>
                  <a:schemeClr val="lt1"/>
                </a:buClr>
                <a:buSzPts val="3200"/>
                <a:buFont typeface="Calibri"/>
                <a:buNone/>
              </a:pPr>
              <a:r>
                <a:t/>
              </a:r>
              <a:endParaRPr b="1" i="0" sz="3200" u="none" cap="none" strike="noStrike">
                <a:solidFill>
                  <a:srgbClr val="FFC000"/>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FFC000"/>
                </a:buClr>
                <a:buSzPts val="3200"/>
                <a:buFont typeface="Trebuchet MS"/>
                <a:buNone/>
              </a:pPr>
              <a:r>
                <a:rPr b="1" i="0" lang="en-US" sz="3200" u="none" cap="none" strike="noStrike">
                  <a:solidFill>
                    <a:srgbClr val="FFC000"/>
                  </a:solidFill>
                  <a:latin typeface="Trebuchet MS"/>
                  <a:ea typeface="Trebuchet MS"/>
                  <a:cs typeface="Trebuchet MS"/>
                  <a:sym typeface="Trebuchet MS"/>
                </a:rPr>
                <a:t>How to remove the info bars</a:t>
              </a:r>
              <a:endParaRPr/>
            </a:p>
            <a:p>
              <a:pPr indent="0" lvl="0" marL="0" marR="0" rtl="0" algn="l">
                <a:lnSpc>
                  <a:spcPct val="100000"/>
                </a:lnSpc>
                <a:spcBef>
                  <a:spcPts val="0"/>
                </a:spcBef>
                <a:spcAft>
                  <a:spcPts val="0"/>
                </a:spcAft>
                <a:buClr>
                  <a:srgbClr val="BFBFBF"/>
                </a:buClr>
                <a:buSzPts val="2400"/>
                <a:buFont typeface="Trebuchet MS"/>
                <a:buNone/>
              </a:pPr>
              <a:r>
                <a:rPr b="0" i="0" lang="en-US" sz="2400" u="none" cap="none" strike="noStrike">
                  <a:solidFill>
                    <a:srgbClr val="BFBFBF"/>
                  </a:solidFill>
                  <a:latin typeface="Trebuchet MS"/>
                  <a:ea typeface="Trebuchet MS"/>
                  <a:cs typeface="Trebuchet MS"/>
                  <a:sym typeface="Trebuchet MS"/>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endParaRPr/>
            </a:p>
            <a:p>
              <a:pPr indent="0" lvl="0" marL="0" marR="0" rtl="0" algn="l">
                <a:lnSpc>
                  <a:spcPct val="100000"/>
                </a:lnSpc>
                <a:spcBef>
                  <a:spcPts val="0"/>
                </a:spcBef>
                <a:spcAft>
                  <a:spcPts val="0"/>
                </a:spcAft>
                <a:buClr>
                  <a:schemeClr val="lt1"/>
                </a:buClr>
                <a:buSzPts val="2400"/>
                <a:buFont typeface="Calibri"/>
                <a:buNone/>
              </a:pPr>
              <a:r>
                <a:t/>
              </a:r>
              <a:endParaRPr b="0" i="0" sz="2400" u="none" cap="none" strike="noStrike">
                <a:solidFill>
                  <a:srgbClr val="BFBFBF"/>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FFC000"/>
                </a:buClr>
                <a:buSzPts val="3200"/>
                <a:buFont typeface="Trebuchet MS"/>
                <a:buNone/>
              </a:pPr>
              <a:r>
                <a:rPr b="1" i="0" lang="en-US" sz="3200" u="none" cap="none" strike="noStrike">
                  <a:solidFill>
                    <a:srgbClr val="FFC000"/>
                  </a:solidFill>
                  <a:latin typeface="Trebuchet MS"/>
                  <a:ea typeface="Trebuchet MS"/>
                  <a:cs typeface="Trebuchet MS"/>
                  <a:sym typeface="Trebuchet MS"/>
                </a:rPr>
                <a:t>Save your work</a:t>
              </a:r>
              <a:endParaRPr/>
            </a:p>
            <a:p>
              <a:pPr indent="0" lvl="0" marL="0" marR="0" rtl="0" algn="l">
                <a:lnSpc>
                  <a:spcPct val="100000"/>
                </a:lnSpc>
                <a:spcBef>
                  <a:spcPts val="0"/>
                </a:spcBef>
                <a:spcAft>
                  <a:spcPts val="0"/>
                </a:spcAft>
                <a:buClr>
                  <a:srgbClr val="BFBFBF"/>
                </a:buClr>
                <a:buSzPts val="2400"/>
                <a:buFont typeface="Trebuchet MS"/>
                <a:buNone/>
              </a:pPr>
              <a:r>
                <a:rPr b="0" i="0" lang="en-US" sz="2400" u="none" cap="none" strike="noStrike">
                  <a:solidFill>
                    <a:srgbClr val="BFBFBF"/>
                  </a:solidFill>
                  <a:latin typeface="Trebuchet MS"/>
                  <a:ea typeface="Trebuchet MS"/>
                  <a:cs typeface="Trebuchet MS"/>
                  <a:sym typeface="Trebuchet MS"/>
                </a:rPr>
                <a:t>Save your template as a PowerPoint document. For printing, save as PowerPoint or “Print-quality” PDF.</a:t>
              </a:r>
              <a:endParaRPr/>
            </a:p>
            <a:p>
              <a:pPr indent="0" lvl="0" marL="0" marR="0" rtl="0" algn="l">
                <a:lnSpc>
                  <a:spcPct val="100000"/>
                </a:lnSpc>
                <a:spcBef>
                  <a:spcPts val="0"/>
                </a:spcBef>
                <a:spcAft>
                  <a:spcPts val="0"/>
                </a:spcAft>
                <a:buClr>
                  <a:schemeClr val="lt1"/>
                </a:buClr>
                <a:buSzPts val="2400"/>
                <a:buFont typeface="Calibri"/>
                <a:buNone/>
              </a:pPr>
              <a:r>
                <a:t/>
              </a:r>
              <a:endParaRPr b="0" sz="2400">
                <a:solidFill>
                  <a:srgbClr val="BFBFBF"/>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FFC000"/>
                </a:buClr>
                <a:buSzPts val="3200"/>
                <a:buFont typeface="Trebuchet MS"/>
                <a:buNone/>
              </a:pPr>
              <a:r>
                <a:rPr b="1" i="0" lang="en-US" sz="3200" u="none" cap="none" strike="noStrike">
                  <a:solidFill>
                    <a:srgbClr val="FFC000"/>
                  </a:solidFill>
                  <a:latin typeface="Trebuchet MS"/>
                  <a:ea typeface="Trebuchet MS"/>
                  <a:cs typeface="Trebuchet MS"/>
                  <a:sym typeface="Trebuchet MS"/>
                </a:rPr>
                <a:t>Print your poster</a:t>
              </a:r>
              <a:endParaRPr/>
            </a:p>
            <a:p>
              <a:pPr indent="0" lvl="0" marL="0" marR="0" rtl="0" algn="l">
                <a:lnSpc>
                  <a:spcPct val="100000"/>
                </a:lnSpc>
                <a:spcBef>
                  <a:spcPts val="0"/>
                </a:spcBef>
                <a:spcAft>
                  <a:spcPts val="0"/>
                </a:spcAft>
                <a:buClr>
                  <a:srgbClr val="BFBFBF"/>
                </a:buClr>
                <a:buSzPts val="2400"/>
                <a:buFont typeface="Trebuchet MS"/>
                <a:buNone/>
              </a:pPr>
              <a:r>
                <a:rPr b="0" i="0" lang="en-US" sz="2400" u="none" cap="none" strike="noStrike">
                  <a:solidFill>
                    <a:srgbClr val="BFBFBF"/>
                  </a:solidFill>
                  <a:latin typeface="Trebuchet MS"/>
                  <a:ea typeface="Trebuchet MS"/>
                  <a:cs typeface="Trebuchet MS"/>
                  <a:sym typeface="Trebuchet MS"/>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endParaRPr/>
            </a:p>
            <a:p>
              <a:pPr indent="0" lvl="0" marL="0" marR="0" rtl="0" algn="l">
                <a:lnSpc>
                  <a:spcPct val="100000"/>
                </a:lnSpc>
                <a:spcBef>
                  <a:spcPts val="0"/>
                </a:spcBef>
                <a:spcAft>
                  <a:spcPts val="0"/>
                </a:spcAft>
                <a:buClr>
                  <a:schemeClr val="lt1"/>
                </a:buClr>
                <a:buSzPts val="2800"/>
                <a:buFont typeface="Calibri"/>
                <a:buNone/>
              </a:pPr>
              <a:r>
                <a:t/>
              </a:r>
              <a:endParaRPr b="0" i="0" sz="2800" u="none" cap="none" strike="noStrike">
                <a:solidFill>
                  <a:srgbClr val="BFBFBF"/>
                </a:solidFill>
                <a:latin typeface="Trebuchet MS"/>
                <a:ea typeface="Trebuchet MS"/>
                <a:cs typeface="Trebuchet MS"/>
                <a:sym typeface="Trebuchet MS"/>
              </a:endParaRPr>
            </a:p>
          </p:txBody>
        </p:sp>
        <p:graphicFrame>
          <p:nvGraphicFramePr>
            <p:cNvPr id="141" name="Google Shape;141;p7"/>
            <p:cNvGraphicFramePr/>
            <p:nvPr/>
          </p:nvGraphicFramePr>
          <p:xfrm>
            <a:off x="46915679" y="3349444"/>
            <a:ext cx="5586150" cy="2063772"/>
          </p:xfrm>
          <a:graphic>
            <a:graphicData uri="http://schemas.openxmlformats.org/presentationml/2006/ole">
              <mc:AlternateContent>
                <mc:Choice Requires="v">
                  <p:oleObj r:id="rId1" imgH="2063772" imgW="5586150" progId="Photoshop.Image.13" spid="_x0000_s1">
                    <p:embed/>
                  </p:oleObj>
                </mc:Choice>
                <mc:Fallback>
                  <p:oleObj r:id="rId2" imgH="2063772" imgW="5586150" progId="Photoshop.Image.13">
                    <p:embed/>
                    <p:pic>
                      <p:nvPicPr>
                        <p:cNvPr id="141" name="Google Shape;141;p7"/>
                        <p:cNvPicPr preferRelativeResize="0"/>
                        <p:nvPr/>
                      </p:nvPicPr>
                      <p:blipFill rotWithShape="1">
                        <a:blip r:embed="rId3">
                          <a:alphaModFix/>
                        </a:blip>
                        <a:srcRect b="0" l="0" r="0" t="0"/>
                        <a:stretch/>
                      </p:blipFill>
                      <p:spPr>
                        <a:xfrm>
                          <a:off x="46915679" y="3349444"/>
                          <a:ext cx="5586150" cy="2063772"/>
                        </a:xfrm>
                        <a:prstGeom prst="rect">
                          <a:avLst/>
                        </a:prstGeom>
                        <a:noFill/>
                        <a:ln>
                          <a:noFill/>
                        </a:ln>
                      </p:spPr>
                    </p:pic>
                  </p:oleObj>
                </mc:Fallback>
              </mc:AlternateContent>
            </a:graphicData>
          </a:graphic>
        </p:graphicFrame>
        <p:pic>
          <p:nvPicPr>
            <p:cNvPr id="142" name="Google Shape;142;p7"/>
            <p:cNvPicPr preferRelativeResize="0"/>
            <p:nvPr/>
          </p:nvPicPr>
          <p:blipFill rotWithShape="1">
            <a:blip r:embed="rId4">
              <a:alphaModFix/>
            </a:blip>
            <a:srcRect b="0" l="0" r="0" t="0"/>
            <a:stretch/>
          </p:blipFill>
          <p:spPr>
            <a:xfrm>
              <a:off x="44621819" y="7740040"/>
              <a:ext cx="2969584" cy="1370577"/>
            </a:xfrm>
            <a:prstGeom prst="rect">
              <a:avLst/>
            </a:prstGeom>
            <a:noFill/>
            <a:ln>
              <a:noFill/>
            </a:ln>
          </p:spPr>
        </p:pic>
        <p:graphicFrame>
          <p:nvGraphicFramePr>
            <p:cNvPr id="143" name="Google Shape;143;p7"/>
            <p:cNvGraphicFramePr/>
            <p:nvPr/>
          </p:nvGraphicFramePr>
          <p:xfrm>
            <a:off x="44629619" y="12347263"/>
            <a:ext cx="1482266" cy="992162"/>
          </p:xfrm>
          <a:graphic>
            <a:graphicData uri="http://schemas.openxmlformats.org/presentationml/2006/ole">
              <mc:AlternateContent>
                <mc:Choice Requires="v">
                  <p:oleObj r:id="rId5" imgH="992162" imgW="1482266" progId="Photoshop.Image.13" spid="_x0000_s2">
                    <p:embed/>
                  </p:oleObj>
                </mc:Choice>
                <mc:Fallback>
                  <p:oleObj r:id="rId6" imgH="992162" imgW="1482266" progId="Photoshop.Image.13">
                    <p:embed/>
                    <p:pic>
                      <p:nvPicPr>
                        <p:cNvPr id="143" name="Google Shape;143;p7"/>
                        <p:cNvPicPr preferRelativeResize="0"/>
                        <p:nvPr/>
                      </p:nvPicPr>
                      <p:blipFill rotWithShape="1">
                        <a:blip r:embed="rId7">
                          <a:alphaModFix/>
                        </a:blip>
                        <a:srcRect b="0" l="0" r="0" t="0"/>
                        <a:stretch/>
                      </p:blipFill>
                      <p:spPr>
                        <a:xfrm>
                          <a:off x="44629619" y="12347263"/>
                          <a:ext cx="1482266" cy="992162"/>
                        </a:xfrm>
                        <a:prstGeom prst="rect">
                          <a:avLst/>
                        </a:prstGeom>
                        <a:noFill/>
                        <a:ln>
                          <a:noFill/>
                        </a:ln>
                      </p:spPr>
                    </p:pic>
                  </p:oleObj>
                </mc:Fallback>
              </mc:AlternateContent>
            </a:graphicData>
          </a:graphic>
        </p:graphicFrame>
        <p:grpSp>
          <p:nvGrpSpPr>
            <p:cNvPr id="144" name="Google Shape;144;p7"/>
            <p:cNvGrpSpPr/>
            <p:nvPr/>
          </p:nvGrpSpPr>
          <p:grpSpPr>
            <a:xfrm>
              <a:off x="44487207" y="29414560"/>
              <a:ext cx="10354213" cy="1265612"/>
              <a:chOff x="44200453" y="28362386"/>
              <a:chExt cx="9771399" cy="1090622"/>
            </a:xfrm>
          </p:grpSpPr>
          <p:sp>
            <p:nvSpPr>
              <p:cNvPr id="145" name="Google Shape;145;p7"/>
              <p:cNvSpPr/>
              <p:nvPr/>
            </p:nvSpPr>
            <p:spPr>
              <a:xfrm>
                <a:off x="44200453" y="28362386"/>
                <a:ext cx="9771398" cy="109062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600">
                  <a:solidFill>
                    <a:schemeClr val="lt1"/>
                  </a:solidFill>
                  <a:latin typeface="Calibri"/>
                  <a:ea typeface="Calibri"/>
                  <a:cs typeface="Calibri"/>
                  <a:sym typeface="Calibri"/>
                </a:endParaRPr>
              </a:p>
            </p:txBody>
          </p:sp>
          <p:pic>
            <p:nvPicPr>
              <p:cNvPr descr="http://t2.gstatic.com/images?q=tbn:ANd9GcR4APHC6TT9w54M2zn_pvCiBxUNcspYPoVxirLRphBoJabfSvu7zw" id="146" name="Google Shape;146;p7">
                <a:hlinkClick r:id="rId8"/>
              </p:cNvPr>
              <p:cNvPicPr preferRelativeResize="0"/>
              <p:nvPr/>
            </p:nvPicPr>
            <p:blipFill rotWithShape="1">
              <a:blip r:embed="rId9">
                <a:alphaModFix/>
              </a:blip>
              <a:srcRect b="0" l="0" r="0" t="0"/>
              <a:stretch/>
            </p:blipFill>
            <p:spPr>
              <a:xfrm>
                <a:off x="44326393" y="28460718"/>
                <a:ext cx="914401" cy="914399"/>
              </a:xfrm>
              <a:prstGeom prst="rect">
                <a:avLst/>
              </a:prstGeom>
              <a:noFill/>
              <a:ln>
                <a:noFill/>
              </a:ln>
            </p:spPr>
          </p:pic>
          <p:sp>
            <p:nvSpPr>
              <p:cNvPr id="147" name="Google Shape;147;p7"/>
              <p:cNvSpPr txBox="1"/>
              <p:nvPr/>
            </p:nvSpPr>
            <p:spPr>
              <a:xfrm>
                <a:off x="45300663" y="28552305"/>
                <a:ext cx="8671189" cy="7160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Trebuchet MS"/>
                    <a:ea typeface="Trebuchet MS"/>
                    <a:cs typeface="Trebuchet MS"/>
                    <a:sym typeface="Trebuchet MS"/>
                  </a:rPr>
                  <a:t>Student</a:t>
                </a:r>
                <a:r>
                  <a:rPr lang="en-US" sz="2400">
                    <a:solidFill>
                      <a:schemeClr val="dk2"/>
                    </a:solidFill>
                    <a:latin typeface="Trebuchet MS"/>
                    <a:ea typeface="Trebuchet MS"/>
                    <a:cs typeface="Trebuchet MS"/>
                    <a:sym typeface="Trebuchet MS"/>
                  </a:rPr>
                  <a:t> discounts are available on our Facebook page.</a:t>
                </a:r>
                <a:br>
                  <a:rPr lang="en-US" sz="2400">
                    <a:solidFill>
                      <a:schemeClr val="dk2"/>
                    </a:solidFill>
                    <a:latin typeface="Trebuchet MS"/>
                    <a:ea typeface="Trebuchet MS"/>
                    <a:cs typeface="Trebuchet MS"/>
                    <a:sym typeface="Trebuchet MS"/>
                  </a:rPr>
                </a:br>
                <a:r>
                  <a:rPr lang="en-US" sz="2400">
                    <a:solidFill>
                      <a:schemeClr val="dk2"/>
                    </a:solidFill>
                    <a:latin typeface="Trebuchet MS"/>
                    <a:ea typeface="Trebuchet MS"/>
                    <a:cs typeface="Trebuchet MS"/>
                    <a:sym typeface="Trebuchet MS"/>
                  </a:rPr>
                  <a:t>Go to </a:t>
                </a:r>
                <a:r>
                  <a:rPr lang="en-US" sz="2400" u="sng">
                    <a:solidFill>
                      <a:schemeClr val="dk2"/>
                    </a:solidFill>
                    <a:latin typeface="Trebuchet MS"/>
                    <a:ea typeface="Trebuchet MS"/>
                    <a:cs typeface="Trebuchet MS"/>
                    <a:sym typeface="Trebuchet MS"/>
                  </a:rPr>
                  <a:t>PosterPresentations.com</a:t>
                </a:r>
                <a:r>
                  <a:rPr lang="en-US" sz="2400">
                    <a:solidFill>
                      <a:schemeClr val="dk2"/>
                    </a:solidFill>
                    <a:latin typeface="Trebuchet MS"/>
                    <a:ea typeface="Trebuchet MS"/>
                    <a:cs typeface="Trebuchet MS"/>
                    <a:sym typeface="Trebuchet MS"/>
                  </a:rPr>
                  <a:t> and click on the FB icon. </a:t>
                </a:r>
                <a:endParaRPr sz="2400">
                  <a:solidFill>
                    <a:schemeClr val="dk2"/>
                  </a:solidFill>
                  <a:latin typeface="Trebuchet MS"/>
                  <a:ea typeface="Trebuchet MS"/>
                  <a:cs typeface="Trebuchet MS"/>
                  <a:sym typeface="Trebuchet MS"/>
                </a:endParaRPr>
              </a:p>
            </p:txBody>
          </p:sp>
        </p:grpSp>
      </p:grpSp>
      <p:grpSp>
        <p:nvGrpSpPr>
          <p:cNvPr id="148" name="Google Shape;148;p7"/>
          <p:cNvGrpSpPr/>
          <p:nvPr/>
        </p:nvGrpSpPr>
        <p:grpSpPr>
          <a:xfrm>
            <a:off x="-11225189" y="-1"/>
            <a:ext cx="11018865" cy="32918401"/>
            <a:chOff x="-11225189" y="-1"/>
            <a:chExt cx="11018865" cy="32918401"/>
          </a:xfrm>
        </p:grpSpPr>
        <p:sp>
          <p:nvSpPr>
            <p:cNvPr id="149" name="Google Shape;149;p7"/>
            <p:cNvSpPr/>
            <p:nvPr/>
          </p:nvSpPr>
          <p:spPr>
            <a:xfrm>
              <a:off x="-11216136" y="-1"/>
              <a:ext cx="11009812" cy="32918401"/>
            </a:xfrm>
            <a:prstGeom prst="rect">
              <a:avLst/>
            </a:prstGeom>
            <a:solidFill>
              <a:srgbClr val="0C0C0C"/>
            </a:solidFill>
            <a:ln>
              <a:noFill/>
            </a:ln>
          </p:spPr>
          <p:txBody>
            <a:bodyPr anchorCtr="0" anchor="t" bIns="0" lIns="457200" spcFirstLastPara="1" rIns="457200" wrap="square" tIns="457200">
              <a:noAutofit/>
            </a:bodyPr>
            <a:lstStyle/>
            <a:p>
              <a:pPr indent="0" lvl="0" marL="0" marR="0" rtl="0" algn="ctr">
                <a:lnSpc>
                  <a:spcPct val="100000"/>
                </a:lnSpc>
                <a:spcBef>
                  <a:spcPts val="0"/>
                </a:spcBef>
                <a:spcAft>
                  <a:spcPts val="0"/>
                </a:spcAft>
                <a:buClr>
                  <a:srgbClr val="FF0000"/>
                </a:buClr>
                <a:buSzPts val="3200"/>
                <a:buFont typeface="Trebuchet MS"/>
                <a:buNone/>
              </a:pPr>
              <a:r>
                <a:rPr b="1" lang="en-US" sz="3200">
                  <a:solidFill>
                    <a:srgbClr val="FF0000"/>
                  </a:solidFill>
                  <a:latin typeface="Trebuchet MS"/>
                  <a:ea typeface="Trebuchet MS"/>
                  <a:cs typeface="Trebuchet MS"/>
                  <a:sym typeface="Trebuchet MS"/>
                </a:rPr>
                <a:t>(—THIS SIDEBAR DOES NOT PRINT—)</a:t>
              </a:r>
              <a:endParaRPr b="1" sz="32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b="1" lang="en-US" sz="4000">
                  <a:solidFill>
                    <a:schemeClr val="lt1"/>
                  </a:solidFill>
                  <a:latin typeface="Trebuchet MS"/>
                  <a:ea typeface="Trebuchet MS"/>
                  <a:cs typeface="Trebuchet MS"/>
                  <a:sym typeface="Trebuchet MS"/>
                </a:rPr>
                <a:t>DESIGN</a:t>
              </a:r>
              <a:r>
                <a:rPr b="1" lang="en-US" sz="4000">
                  <a:solidFill>
                    <a:schemeClr val="lt1"/>
                  </a:solidFill>
                  <a:latin typeface="Trebuchet MS"/>
                  <a:ea typeface="Trebuchet MS"/>
                  <a:cs typeface="Trebuchet MS"/>
                  <a:sym typeface="Trebuchet MS"/>
                </a:rPr>
                <a:t> </a:t>
              </a:r>
              <a:r>
                <a:rPr b="1" lang="en-US" sz="4000">
                  <a:solidFill>
                    <a:schemeClr val="lt1"/>
                  </a:solidFill>
                  <a:latin typeface="Trebuchet MS"/>
                  <a:ea typeface="Trebuchet MS"/>
                  <a:cs typeface="Trebuchet MS"/>
                  <a:sym typeface="Trebuchet MS"/>
                </a:rPr>
                <a:t>GUIDE</a:t>
              </a:r>
              <a:endParaRPr/>
            </a:p>
            <a:p>
              <a:pPr indent="0" lvl="0" marL="0" marR="0" rtl="0" algn="ctr">
                <a:spcBef>
                  <a:spcPts val="0"/>
                </a:spcBef>
                <a:spcAft>
                  <a:spcPts val="0"/>
                </a:spcAft>
                <a:buNone/>
              </a:pPr>
              <a:r>
                <a:t/>
              </a:r>
              <a:endParaRPr b="1" sz="2800">
                <a:solidFill>
                  <a:schemeClr val="lt1"/>
                </a:solidFill>
                <a:latin typeface="Trebuchet MS"/>
                <a:ea typeface="Trebuchet MS"/>
                <a:cs typeface="Trebuchet MS"/>
                <a:sym typeface="Trebuchet MS"/>
              </a:endParaRPr>
            </a:p>
            <a:p>
              <a:pPr indent="0" lvl="0" marL="0" marR="0" rtl="0" algn="l">
                <a:spcBef>
                  <a:spcPts val="0"/>
                </a:spcBef>
                <a:spcAft>
                  <a:spcPts val="0"/>
                </a:spcAft>
                <a:buNone/>
              </a:pPr>
              <a:r>
                <a:rPr i="0" lang="en-US" sz="2800">
                  <a:solidFill>
                    <a:schemeClr val="lt1"/>
                  </a:solidFill>
                  <a:latin typeface="Trebuchet MS"/>
                  <a:ea typeface="Trebuchet MS"/>
                  <a:cs typeface="Trebuchet MS"/>
                  <a:sym typeface="Trebuchet MS"/>
                </a:rPr>
                <a:t>This PowerPoint</a:t>
              </a:r>
              <a:r>
                <a:rPr i="0" lang="en-US" sz="2800">
                  <a:solidFill>
                    <a:schemeClr val="lt1"/>
                  </a:solidFill>
                  <a:latin typeface="Trebuchet MS"/>
                  <a:ea typeface="Trebuchet MS"/>
                  <a:cs typeface="Trebuchet MS"/>
                  <a:sym typeface="Trebuchet MS"/>
                </a:rPr>
                <a:t> </a:t>
              </a:r>
              <a:r>
                <a:rPr i="0" lang="en-US" sz="2800">
                  <a:solidFill>
                    <a:schemeClr val="lt1"/>
                  </a:solidFill>
                  <a:latin typeface="Trebuchet MS"/>
                  <a:ea typeface="Trebuchet MS"/>
                  <a:cs typeface="Trebuchet MS"/>
                  <a:sym typeface="Trebuchet MS"/>
                </a:rPr>
                <a:t>2007 template produces</a:t>
              </a:r>
              <a:r>
                <a:rPr i="0" lang="en-US" sz="2800">
                  <a:solidFill>
                    <a:schemeClr val="lt1"/>
                  </a:solidFill>
                  <a:latin typeface="Trebuchet MS"/>
                  <a:ea typeface="Trebuchet MS"/>
                  <a:cs typeface="Trebuchet MS"/>
                  <a:sym typeface="Trebuchet MS"/>
                </a:rPr>
                <a:t> </a:t>
              </a:r>
              <a:r>
                <a:rPr i="0" lang="en-US" sz="2800">
                  <a:solidFill>
                    <a:schemeClr val="lt1"/>
                  </a:solidFill>
                  <a:latin typeface="Trebuchet MS"/>
                  <a:ea typeface="Trebuchet MS"/>
                  <a:cs typeface="Trebuchet MS"/>
                  <a:sym typeface="Trebuchet MS"/>
                </a:rPr>
                <a:t>a 36”x48” presentation poster. </a:t>
              </a:r>
              <a:r>
                <a:rPr lang="en-US" sz="2800">
                  <a:solidFill>
                    <a:schemeClr val="lt1"/>
                  </a:solidFill>
                  <a:latin typeface="Trebuchet MS"/>
                  <a:ea typeface="Trebuchet MS"/>
                  <a:cs typeface="Trebuchet MS"/>
                  <a:sym typeface="Trebuchet MS"/>
                </a:rPr>
                <a:t>You</a:t>
              </a:r>
              <a:r>
                <a:rPr lang="en-US" sz="2800">
                  <a:solidFill>
                    <a:schemeClr val="lt1"/>
                  </a:solidFill>
                  <a:latin typeface="Trebuchet MS"/>
                  <a:ea typeface="Trebuchet MS"/>
                  <a:cs typeface="Trebuchet MS"/>
                  <a:sym typeface="Trebuchet MS"/>
                </a:rPr>
                <a:t> can u</a:t>
              </a:r>
              <a:r>
                <a:rPr lang="en-US" sz="2800">
                  <a:solidFill>
                    <a:schemeClr val="lt1"/>
                  </a:solidFill>
                  <a:latin typeface="Trebuchet MS"/>
                  <a:ea typeface="Trebuchet MS"/>
                  <a:cs typeface="Trebuchet MS"/>
                  <a:sym typeface="Trebuchet MS"/>
                </a:rPr>
                <a:t>se</a:t>
              </a:r>
              <a:r>
                <a:rPr lang="en-US" sz="2800">
                  <a:solidFill>
                    <a:schemeClr val="lt1"/>
                  </a:solidFill>
                  <a:latin typeface="Trebuchet MS"/>
                  <a:ea typeface="Trebuchet MS"/>
                  <a:cs typeface="Trebuchet MS"/>
                  <a:sym typeface="Trebuchet MS"/>
                </a:rPr>
                <a:t> it to create your research poster and </a:t>
              </a:r>
              <a:r>
                <a:rPr lang="en-US" sz="2800">
                  <a:solidFill>
                    <a:schemeClr val="lt1"/>
                  </a:solidFill>
                  <a:latin typeface="Trebuchet MS"/>
                  <a:ea typeface="Trebuchet MS"/>
                  <a:cs typeface="Trebuchet MS"/>
                  <a:sym typeface="Trebuchet MS"/>
                </a:rPr>
                <a:t>save valuable time placing titles, subtitles,</a:t>
              </a:r>
              <a:r>
                <a:rPr lang="en-US" sz="2800">
                  <a:solidFill>
                    <a:schemeClr val="lt1"/>
                  </a:solidFill>
                  <a:latin typeface="Trebuchet MS"/>
                  <a:ea typeface="Trebuchet MS"/>
                  <a:cs typeface="Trebuchet MS"/>
                  <a:sym typeface="Trebuchet MS"/>
                </a:rPr>
                <a:t> text, and graphics</a:t>
              </a:r>
              <a:r>
                <a:rPr lang="en-US" sz="2800">
                  <a:solidFill>
                    <a:schemeClr val="lt1"/>
                  </a:solidFill>
                  <a:latin typeface="Trebuchet MS"/>
                  <a:ea typeface="Trebuchet MS"/>
                  <a:cs typeface="Trebuchet MS"/>
                  <a:sym typeface="Trebuchet MS"/>
                </a:rPr>
                <a:t>. </a:t>
              </a:r>
              <a:endParaRPr/>
            </a:p>
            <a:p>
              <a:pPr indent="0" lvl="0" marL="0" marR="0" rtl="0" algn="l">
                <a:spcBef>
                  <a:spcPts val="0"/>
                </a:spcBef>
                <a:spcAft>
                  <a:spcPts val="0"/>
                </a:spcAft>
                <a:buNone/>
              </a:pPr>
              <a:r>
                <a:t/>
              </a:r>
              <a:endParaRPr sz="2800">
                <a:solidFill>
                  <a:schemeClr val="lt1"/>
                </a:solidFill>
                <a:latin typeface="Trebuchet MS"/>
                <a:ea typeface="Trebuchet MS"/>
                <a:cs typeface="Trebuchet MS"/>
                <a:sym typeface="Trebuchet MS"/>
              </a:endParaRPr>
            </a:p>
            <a:p>
              <a:pPr indent="0" lvl="0" marL="0" marR="0" rtl="0" algn="l">
                <a:spcBef>
                  <a:spcPts val="0"/>
                </a:spcBef>
                <a:spcAft>
                  <a:spcPts val="0"/>
                </a:spcAft>
                <a:buNone/>
              </a:pPr>
              <a:r>
                <a:rPr lang="en-US" sz="2800">
                  <a:solidFill>
                    <a:schemeClr val="lt1"/>
                  </a:solidFill>
                  <a:latin typeface="Trebuchet MS"/>
                  <a:ea typeface="Trebuchet MS"/>
                  <a:cs typeface="Trebuchet MS"/>
                  <a:sym typeface="Trebuchet MS"/>
                </a:rPr>
                <a:t>We provide a series of online tutorials that will guide you through the poster design process and answer your poster production questions. To view our template tutorials, go online to </a:t>
              </a:r>
              <a:r>
                <a:rPr b="1" lang="en-US" sz="2800">
                  <a:solidFill>
                    <a:srgbClr val="FFC000"/>
                  </a:solidFill>
                  <a:latin typeface="Trebuchet MS"/>
                  <a:ea typeface="Trebuchet MS"/>
                  <a:cs typeface="Trebuchet MS"/>
                  <a:sym typeface="Trebuchet MS"/>
                </a:rPr>
                <a:t>PosterPresentations.com</a:t>
              </a:r>
              <a:r>
                <a:rPr b="1" lang="en-US" sz="2800">
                  <a:solidFill>
                    <a:schemeClr val="lt1"/>
                  </a:solidFill>
                  <a:latin typeface="Trebuchet MS"/>
                  <a:ea typeface="Trebuchet MS"/>
                  <a:cs typeface="Trebuchet MS"/>
                  <a:sym typeface="Trebuchet MS"/>
                </a:rPr>
                <a:t> </a:t>
              </a:r>
              <a:r>
                <a:rPr lang="en-US" sz="2800">
                  <a:solidFill>
                    <a:schemeClr val="lt1"/>
                  </a:solidFill>
                  <a:latin typeface="Trebuchet MS"/>
                  <a:ea typeface="Trebuchet MS"/>
                  <a:cs typeface="Trebuchet MS"/>
                  <a:sym typeface="Trebuchet MS"/>
                </a:rPr>
                <a:t>and click on HELP DESK.</a:t>
              </a:r>
              <a:endParaRPr/>
            </a:p>
            <a:p>
              <a:pPr indent="0" lvl="0" marL="0" marR="0" rtl="0" algn="l">
                <a:spcBef>
                  <a:spcPts val="0"/>
                </a:spcBef>
                <a:spcAft>
                  <a:spcPts val="0"/>
                </a:spcAft>
                <a:buNone/>
              </a:pPr>
              <a:r>
                <a:t/>
              </a:r>
              <a:endParaRPr sz="2800">
                <a:solidFill>
                  <a:schemeClr val="lt1"/>
                </a:solidFill>
                <a:latin typeface="Trebuchet MS"/>
                <a:ea typeface="Trebuchet MS"/>
                <a:cs typeface="Trebuchet MS"/>
                <a:sym typeface="Trebuchet MS"/>
              </a:endParaRPr>
            </a:p>
            <a:p>
              <a:pPr indent="0" lvl="0" marL="0" marR="0" rtl="0" algn="l">
                <a:spcBef>
                  <a:spcPts val="0"/>
                </a:spcBef>
                <a:spcAft>
                  <a:spcPts val="0"/>
                </a:spcAft>
                <a:buNone/>
              </a:pPr>
              <a:r>
                <a:rPr lang="en-US" sz="2800">
                  <a:solidFill>
                    <a:schemeClr val="lt1"/>
                  </a:solidFill>
                  <a:latin typeface="Trebuchet MS"/>
                  <a:ea typeface="Trebuchet MS"/>
                  <a:cs typeface="Trebuchet MS"/>
                  <a:sym typeface="Trebuchet MS"/>
                </a:rPr>
                <a:t>When</a:t>
              </a:r>
              <a:r>
                <a:rPr lang="en-US" sz="2800">
                  <a:solidFill>
                    <a:schemeClr val="lt1"/>
                  </a:solidFill>
                  <a:latin typeface="Trebuchet MS"/>
                  <a:ea typeface="Trebuchet MS"/>
                  <a:cs typeface="Trebuchet MS"/>
                  <a:sym typeface="Trebuchet MS"/>
                </a:rPr>
                <a:t> you are ready to print your poster</a:t>
              </a:r>
              <a:r>
                <a:rPr lang="en-US" sz="2800">
                  <a:solidFill>
                    <a:schemeClr val="lt1"/>
                  </a:solidFill>
                  <a:latin typeface="Trebuchet MS"/>
                  <a:ea typeface="Trebuchet MS"/>
                  <a:cs typeface="Trebuchet MS"/>
                  <a:sym typeface="Trebuchet MS"/>
                </a:rPr>
                <a:t>,</a:t>
              </a:r>
              <a:r>
                <a:rPr lang="en-US" sz="2800">
                  <a:solidFill>
                    <a:schemeClr val="lt1"/>
                  </a:solidFill>
                  <a:latin typeface="Trebuchet MS"/>
                  <a:ea typeface="Trebuchet MS"/>
                  <a:cs typeface="Trebuchet MS"/>
                  <a:sym typeface="Trebuchet MS"/>
                </a:rPr>
                <a:t> go online to </a:t>
              </a:r>
              <a:r>
                <a:rPr b="0" lang="en-US" sz="2800">
                  <a:solidFill>
                    <a:schemeClr val="lt1"/>
                  </a:solidFill>
                  <a:latin typeface="Trebuchet MS"/>
                  <a:ea typeface="Trebuchet MS"/>
                  <a:cs typeface="Trebuchet MS"/>
                  <a:sym typeface="Trebuchet MS"/>
                </a:rPr>
                <a:t>PosterPresentations.com</a:t>
              </a:r>
              <a:br>
                <a:rPr lang="en-US" sz="2800">
                  <a:solidFill>
                    <a:schemeClr val="lt1"/>
                  </a:solidFill>
                  <a:latin typeface="Trebuchet MS"/>
                  <a:ea typeface="Trebuchet MS"/>
                  <a:cs typeface="Trebuchet MS"/>
                  <a:sym typeface="Trebuchet MS"/>
                </a:rPr>
              </a:br>
              <a:endParaRPr sz="2800">
                <a:solidFill>
                  <a:schemeClr val="lt1"/>
                </a:solidFill>
                <a:latin typeface="Trebuchet MS"/>
                <a:ea typeface="Trebuchet MS"/>
                <a:cs typeface="Trebuchet MS"/>
                <a:sym typeface="Trebuchet MS"/>
              </a:endParaRPr>
            </a:p>
            <a:p>
              <a:pPr indent="0" lvl="0" marL="0" marR="0" rtl="0" algn="l">
                <a:spcBef>
                  <a:spcPts val="0"/>
                </a:spcBef>
                <a:spcAft>
                  <a:spcPts val="0"/>
                </a:spcAft>
                <a:buNone/>
              </a:pPr>
              <a:r>
                <a:rPr b="0" lang="en-US" sz="2800">
                  <a:solidFill>
                    <a:schemeClr val="lt1"/>
                  </a:solidFill>
                  <a:latin typeface="Trebuchet MS"/>
                  <a:ea typeface="Trebuchet MS"/>
                  <a:cs typeface="Trebuchet MS"/>
                  <a:sym typeface="Trebuchet MS"/>
                </a:rPr>
                <a:t>Need</a:t>
              </a:r>
              <a:r>
                <a:rPr b="0" lang="en-US" sz="2800">
                  <a:solidFill>
                    <a:schemeClr val="lt1"/>
                  </a:solidFill>
                  <a:latin typeface="Trebuchet MS"/>
                  <a:ea typeface="Trebuchet MS"/>
                  <a:cs typeface="Trebuchet MS"/>
                  <a:sym typeface="Trebuchet MS"/>
                </a:rPr>
                <a:t> assistance? Call us at </a:t>
              </a:r>
              <a:r>
                <a:rPr b="0" lang="en-US" sz="2800">
                  <a:solidFill>
                    <a:srgbClr val="FFC000"/>
                  </a:solidFill>
                  <a:latin typeface="Trebuchet MS"/>
                  <a:ea typeface="Trebuchet MS"/>
                  <a:cs typeface="Trebuchet MS"/>
                  <a:sym typeface="Trebuchet MS"/>
                </a:rPr>
                <a:t>1.510.649.3001</a:t>
              </a:r>
              <a:endParaRPr/>
            </a:p>
            <a:p>
              <a:pPr indent="0" lvl="0" marL="0" marR="0" rtl="0" algn="l">
                <a:spcBef>
                  <a:spcPts val="0"/>
                </a:spcBef>
                <a:spcAft>
                  <a:spcPts val="0"/>
                </a:spcAft>
                <a:buNone/>
              </a:pPr>
              <a:r>
                <a:t/>
              </a:r>
              <a:endParaRPr b="1" sz="3600">
                <a:solidFill>
                  <a:srgbClr val="FFFF00"/>
                </a:solidFill>
                <a:latin typeface="Trebuchet MS"/>
                <a:ea typeface="Trebuchet MS"/>
                <a:cs typeface="Trebuchet MS"/>
                <a:sym typeface="Trebuchet MS"/>
              </a:endParaRPr>
            </a:p>
            <a:p>
              <a:pPr indent="0" lvl="0" marL="0" marR="0" rtl="0" algn="ctr">
                <a:spcBef>
                  <a:spcPts val="0"/>
                </a:spcBef>
                <a:spcAft>
                  <a:spcPts val="0"/>
                </a:spcAft>
                <a:buNone/>
              </a:pPr>
              <a:r>
                <a:t/>
              </a:r>
              <a:endParaRPr b="1" sz="24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b="1" lang="en-US" sz="4000">
                  <a:solidFill>
                    <a:schemeClr val="lt1"/>
                  </a:solidFill>
                  <a:latin typeface="Trebuchet MS"/>
                  <a:ea typeface="Trebuchet MS"/>
                  <a:cs typeface="Trebuchet MS"/>
                  <a:sym typeface="Trebuchet MS"/>
                </a:rPr>
                <a:t>QUICK START</a:t>
              </a:r>
              <a:endParaRPr/>
            </a:p>
            <a:p>
              <a:pPr indent="0" lvl="0" marL="0" marR="0" rtl="0" algn="ctr">
                <a:spcBef>
                  <a:spcPts val="0"/>
                </a:spcBef>
                <a:spcAft>
                  <a:spcPts val="0"/>
                </a:spcAft>
                <a:buNone/>
              </a:pPr>
              <a:r>
                <a:t/>
              </a:r>
              <a:endParaRPr b="1" sz="32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b="1" lang="en-US" sz="3200">
                  <a:solidFill>
                    <a:srgbClr val="FFC000"/>
                  </a:solidFill>
                  <a:latin typeface="Trebuchet MS"/>
                  <a:ea typeface="Trebuchet MS"/>
                  <a:cs typeface="Trebuchet MS"/>
                  <a:sym typeface="Trebuchet MS"/>
                </a:rPr>
                <a:t>Zoom in and out</a:t>
              </a:r>
              <a:endParaRPr/>
            </a:p>
            <a:p>
              <a:pPr indent="-1892300" lvl="0" marL="1892300" marR="0" rtl="0" algn="l">
                <a:spcBef>
                  <a:spcPts val="0"/>
                </a:spcBef>
                <a:spcAft>
                  <a:spcPts val="0"/>
                </a:spcAft>
                <a:buNone/>
              </a:pPr>
              <a:r>
                <a:rPr b="0" lang="en-US" sz="2400">
                  <a:solidFill>
                    <a:schemeClr val="lt1"/>
                  </a:solidFill>
                  <a:latin typeface="Trebuchet MS"/>
                  <a:ea typeface="Trebuchet MS"/>
                  <a:cs typeface="Trebuchet MS"/>
                  <a:sym typeface="Trebuchet MS"/>
                </a:rPr>
                <a:t>	</a:t>
              </a:r>
              <a:r>
                <a:rPr b="0" lang="en-US" sz="2400">
                  <a:solidFill>
                    <a:srgbClr val="BFBFBF"/>
                  </a:solidFill>
                  <a:latin typeface="Trebuchet MS"/>
                  <a:ea typeface="Trebuchet MS"/>
                  <a:cs typeface="Trebuchet MS"/>
                  <a:sym typeface="Trebuchet MS"/>
                </a:rPr>
                <a:t>As you work on your poster zoom in and out to the level that is more comfortable to you. </a:t>
              </a:r>
              <a:endParaRPr/>
            </a:p>
            <a:p>
              <a:pPr indent="-1892300" lvl="0" marL="1892300" marR="0" rtl="0" algn="l">
                <a:spcBef>
                  <a:spcPts val="0"/>
                </a:spcBef>
                <a:spcAft>
                  <a:spcPts val="0"/>
                </a:spcAft>
                <a:buNone/>
              </a:pPr>
              <a:r>
                <a:rPr b="1" lang="en-US" sz="2400">
                  <a:solidFill>
                    <a:srgbClr val="BFBFBF"/>
                  </a:solidFill>
                  <a:latin typeface="Trebuchet MS"/>
                  <a:ea typeface="Trebuchet MS"/>
                  <a:cs typeface="Trebuchet MS"/>
                  <a:sym typeface="Trebuchet MS"/>
                </a:rPr>
                <a:t>	</a:t>
              </a:r>
              <a:r>
                <a:rPr b="0" lang="en-US" sz="2400">
                  <a:solidFill>
                    <a:srgbClr val="BFBFBF"/>
                  </a:solidFill>
                  <a:latin typeface="Trebuchet MS"/>
                  <a:ea typeface="Trebuchet MS"/>
                  <a:cs typeface="Trebuchet MS"/>
                  <a:sym typeface="Trebuchet MS"/>
                </a:rPr>
                <a:t>Go to VIEW &gt; ZOOM.</a:t>
              </a:r>
              <a:endParaRPr/>
            </a:p>
            <a:p>
              <a:pPr indent="0" lvl="0" marL="0" marR="0" rtl="0" algn="l">
                <a:spcBef>
                  <a:spcPts val="0"/>
                </a:spcBef>
                <a:spcAft>
                  <a:spcPts val="0"/>
                </a:spcAft>
                <a:buNone/>
              </a:pPr>
              <a:r>
                <a:t/>
              </a:r>
              <a:endParaRPr b="0" sz="28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b="1" lang="en-US" sz="3200">
                  <a:solidFill>
                    <a:srgbClr val="FFC000"/>
                  </a:solidFill>
                  <a:latin typeface="Trebuchet MS"/>
                  <a:ea typeface="Trebuchet MS"/>
                  <a:cs typeface="Trebuchet MS"/>
                  <a:sym typeface="Trebuchet MS"/>
                </a:rPr>
                <a:t>Title, Authors, and Affiliations</a:t>
              </a:r>
              <a:endParaRPr/>
            </a:p>
            <a:p>
              <a:pPr indent="0" lvl="0" marL="0" marR="0" rtl="0" algn="l">
                <a:spcBef>
                  <a:spcPts val="0"/>
                </a:spcBef>
                <a:spcAft>
                  <a:spcPts val="0"/>
                </a:spcAft>
                <a:buNone/>
              </a:pPr>
              <a:r>
                <a:rPr b="0" lang="en-US" sz="2400">
                  <a:solidFill>
                    <a:srgbClr val="BFBFBF"/>
                  </a:solidFill>
                  <a:latin typeface="Trebuchet MS"/>
                  <a:ea typeface="Trebuchet MS"/>
                  <a:cs typeface="Trebuchet MS"/>
                  <a:sym typeface="Trebuchet MS"/>
                </a:rPr>
                <a:t>Start designing your poster by adding the title, the names of the authors, and the affiliated institutions. You can type or paste text into the provided boxes. The template will automatically adjust the size of your text to fit the title box. You can manually override this feature and change the size of your text. </a:t>
              </a:r>
              <a:endParaRPr/>
            </a:p>
            <a:p>
              <a:pPr indent="0" lvl="0" marL="0" marR="0" rtl="0" algn="l">
                <a:spcBef>
                  <a:spcPts val="0"/>
                </a:spcBef>
                <a:spcAft>
                  <a:spcPts val="0"/>
                </a:spcAft>
                <a:buNone/>
              </a:pPr>
              <a:r>
                <a:t/>
              </a:r>
              <a:endParaRPr b="0" sz="2400">
                <a:solidFill>
                  <a:srgbClr val="BFBFBF"/>
                </a:solidFill>
                <a:latin typeface="Trebuchet MS"/>
                <a:ea typeface="Trebuchet MS"/>
                <a:cs typeface="Trebuchet MS"/>
                <a:sym typeface="Trebuchet MS"/>
              </a:endParaRPr>
            </a:p>
            <a:p>
              <a:pPr indent="0" lvl="0" marL="0" marR="0" rtl="0" algn="l">
                <a:spcBef>
                  <a:spcPts val="0"/>
                </a:spcBef>
                <a:spcAft>
                  <a:spcPts val="0"/>
                </a:spcAft>
                <a:buNone/>
              </a:pPr>
              <a:r>
                <a:rPr b="1" lang="en-US" sz="2400">
                  <a:solidFill>
                    <a:srgbClr val="FFC000"/>
                  </a:solidFill>
                  <a:latin typeface="Trebuchet MS"/>
                  <a:ea typeface="Trebuchet MS"/>
                  <a:cs typeface="Trebuchet MS"/>
                  <a:sym typeface="Trebuchet MS"/>
                </a:rPr>
                <a:t>TIP: </a:t>
              </a:r>
              <a:r>
                <a:rPr b="0" lang="en-US" sz="2400">
                  <a:solidFill>
                    <a:srgbClr val="BFBFBF"/>
                  </a:solidFill>
                  <a:latin typeface="Trebuchet MS"/>
                  <a:ea typeface="Trebuchet MS"/>
                  <a:cs typeface="Trebuchet MS"/>
                  <a:sym typeface="Trebuchet MS"/>
                </a:rPr>
                <a:t>The font size of your title should be bigger than your name(s) and institution name(s).</a:t>
              </a:r>
              <a:endParaRPr/>
            </a:p>
            <a:p>
              <a:pPr indent="0" lvl="0" marL="0" marR="0" rtl="0" algn="l">
                <a:spcBef>
                  <a:spcPts val="0"/>
                </a:spcBef>
                <a:spcAft>
                  <a:spcPts val="0"/>
                </a:spcAft>
                <a:buNone/>
              </a:pPr>
              <a:br>
                <a:rPr b="1" lang="en-US" sz="2800">
                  <a:solidFill>
                    <a:schemeClr val="lt1"/>
                  </a:solidFill>
                  <a:latin typeface="Trebuchet MS"/>
                  <a:ea typeface="Trebuchet MS"/>
                  <a:cs typeface="Trebuchet MS"/>
                  <a:sym typeface="Trebuchet MS"/>
                </a:rPr>
              </a:br>
              <a:endParaRPr b="1" sz="28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t/>
              </a:r>
              <a:endParaRPr b="1" sz="2800">
                <a:solidFill>
                  <a:srgbClr val="FFC000"/>
                </a:solidFill>
                <a:latin typeface="Trebuchet MS"/>
                <a:ea typeface="Trebuchet MS"/>
                <a:cs typeface="Trebuchet MS"/>
                <a:sym typeface="Trebuchet MS"/>
              </a:endParaRPr>
            </a:p>
            <a:p>
              <a:pPr indent="0" lvl="0" marL="0" marR="0" rtl="0" algn="ctr">
                <a:spcBef>
                  <a:spcPts val="0"/>
                </a:spcBef>
                <a:spcAft>
                  <a:spcPts val="0"/>
                </a:spcAft>
                <a:buNone/>
              </a:pPr>
              <a:r>
                <a:t/>
              </a:r>
              <a:endParaRPr b="1" sz="2800">
                <a:solidFill>
                  <a:srgbClr val="FFC000"/>
                </a:solidFill>
                <a:latin typeface="Trebuchet MS"/>
                <a:ea typeface="Trebuchet MS"/>
                <a:cs typeface="Trebuchet MS"/>
                <a:sym typeface="Trebuchet MS"/>
              </a:endParaRPr>
            </a:p>
            <a:p>
              <a:pPr indent="0" lvl="0" marL="0" marR="0" rtl="0" algn="ctr">
                <a:spcBef>
                  <a:spcPts val="0"/>
                </a:spcBef>
                <a:spcAft>
                  <a:spcPts val="0"/>
                </a:spcAft>
                <a:buNone/>
              </a:pPr>
              <a:r>
                <a:rPr b="1" lang="en-US" sz="3200">
                  <a:solidFill>
                    <a:srgbClr val="FFC000"/>
                  </a:solidFill>
                  <a:latin typeface="Trebuchet MS"/>
                  <a:ea typeface="Trebuchet MS"/>
                  <a:cs typeface="Trebuchet MS"/>
                  <a:sym typeface="Trebuchet MS"/>
                </a:rPr>
                <a:t>Adding Logos</a:t>
              </a:r>
              <a:r>
                <a:rPr b="1" lang="en-US" sz="3200">
                  <a:solidFill>
                    <a:srgbClr val="FFC000"/>
                  </a:solidFill>
                  <a:latin typeface="Trebuchet MS"/>
                  <a:ea typeface="Trebuchet MS"/>
                  <a:cs typeface="Trebuchet MS"/>
                  <a:sym typeface="Trebuchet MS"/>
                </a:rPr>
                <a:t> / Seals</a:t>
              </a:r>
              <a:endParaRPr/>
            </a:p>
            <a:p>
              <a:pPr indent="0" lvl="0" marL="0" marR="0" rtl="0" algn="l">
                <a:spcBef>
                  <a:spcPts val="0"/>
                </a:spcBef>
                <a:spcAft>
                  <a:spcPts val="0"/>
                </a:spcAft>
                <a:buNone/>
              </a:pPr>
              <a:r>
                <a:rPr b="0" lang="en-US" sz="2400">
                  <a:solidFill>
                    <a:srgbClr val="BFBFBF"/>
                  </a:solidFill>
                  <a:latin typeface="Trebuchet MS"/>
                  <a:ea typeface="Trebuchet MS"/>
                  <a:cs typeface="Trebuchet MS"/>
                  <a:sym typeface="Trebuchet MS"/>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endParaRPr/>
            </a:p>
            <a:p>
              <a:pPr indent="0" lvl="0" marL="0" marR="0" rtl="0" algn="l">
                <a:spcBef>
                  <a:spcPts val="0"/>
                </a:spcBef>
                <a:spcAft>
                  <a:spcPts val="0"/>
                </a:spcAft>
                <a:buNone/>
              </a:pPr>
              <a:r>
                <a:t/>
              </a:r>
              <a:endParaRPr b="0" sz="2400">
                <a:solidFill>
                  <a:srgbClr val="BFBFBF"/>
                </a:solidFill>
                <a:latin typeface="Trebuchet MS"/>
                <a:ea typeface="Trebuchet MS"/>
                <a:cs typeface="Trebuchet MS"/>
                <a:sym typeface="Trebuchet MS"/>
              </a:endParaRPr>
            </a:p>
            <a:p>
              <a:pPr indent="0" lvl="0" marL="0" marR="0" rtl="0" algn="l">
                <a:spcBef>
                  <a:spcPts val="0"/>
                </a:spcBef>
                <a:spcAft>
                  <a:spcPts val="0"/>
                </a:spcAft>
                <a:buNone/>
              </a:pPr>
              <a:r>
                <a:rPr b="1" lang="en-US" sz="2400">
                  <a:solidFill>
                    <a:srgbClr val="FFC000"/>
                  </a:solidFill>
                  <a:latin typeface="Trebuchet MS"/>
                  <a:ea typeface="Trebuchet MS"/>
                  <a:cs typeface="Trebuchet MS"/>
                  <a:sym typeface="Trebuchet MS"/>
                </a:rPr>
                <a:t>TIP: </a:t>
              </a:r>
              <a:r>
                <a:rPr b="0" lang="en-US" sz="2400">
                  <a:solidFill>
                    <a:srgbClr val="BFBFBF"/>
                  </a:solidFill>
                  <a:latin typeface="Trebuchet MS"/>
                  <a:ea typeface="Trebuchet MS"/>
                  <a:cs typeface="Trebuchet MS"/>
                  <a:sym typeface="Trebuchet MS"/>
                </a:rPr>
                <a:t>See if your school’s logo is available on our free poster templates page.</a:t>
              </a:r>
              <a:endParaRPr/>
            </a:p>
            <a:p>
              <a:pPr indent="0" lvl="0" marL="0" marR="0" rtl="0" algn="l">
                <a:spcBef>
                  <a:spcPts val="0"/>
                </a:spcBef>
                <a:spcAft>
                  <a:spcPts val="0"/>
                </a:spcAft>
                <a:buNone/>
              </a:pPr>
              <a:r>
                <a:t/>
              </a:r>
              <a:endParaRPr b="0" sz="24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b="1" lang="en-US" sz="3200">
                  <a:solidFill>
                    <a:srgbClr val="FFC000"/>
                  </a:solidFill>
                  <a:latin typeface="Trebuchet MS"/>
                  <a:ea typeface="Trebuchet MS"/>
                  <a:cs typeface="Trebuchet MS"/>
                  <a:sym typeface="Trebuchet MS"/>
                </a:rPr>
                <a:t>Photographs / Graphics</a:t>
              </a:r>
              <a:endParaRPr/>
            </a:p>
            <a:p>
              <a:pPr indent="0" lvl="0" marL="0" marR="0" rtl="0" algn="l">
                <a:spcBef>
                  <a:spcPts val="0"/>
                </a:spcBef>
                <a:spcAft>
                  <a:spcPts val="0"/>
                </a:spcAft>
                <a:buNone/>
              </a:pPr>
              <a:r>
                <a:rPr b="0" lang="en-US" sz="2400">
                  <a:solidFill>
                    <a:srgbClr val="BFBFBF"/>
                  </a:solidFill>
                  <a:latin typeface="Trebuchet MS"/>
                  <a:ea typeface="Trebuchet MS"/>
                  <a:cs typeface="Trebuchet MS"/>
                  <a:sym typeface="Trebuchet MS"/>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disproportionally.</a:t>
              </a:r>
              <a:endParaRPr/>
            </a:p>
            <a:p>
              <a:pPr indent="0" lvl="0" marL="0" marR="0" rtl="0" algn="l">
                <a:spcBef>
                  <a:spcPts val="0"/>
                </a:spcBef>
                <a:spcAft>
                  <a:spcPts val="0"/>
                </a:spcAft>
                <a:buNone/>
              </a:pPr>
              <a:r>
                <a:t/>
              </a:r>
              <a:endParaRPr b="0" sz="24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t/>
              </a:r>
              <a:endParaRPr b="1" sz="2800">
                <a:solidFill>
                  <a:srgbClr val="FFC000"/>
                </a:solidFill>
                <a:latin typeface="Trebuchet MS"/>
                <a:ea typeface="Trebuchet MS"/>
                <a:cs typeface="Trebuchet MS"/>
                <a:sym typeface="Trebuchet MS"/>
              </a:endParaRPr>
            </a:p>
            <a:p>
              <a:pPr indent="0" lvl="0" marL="0" marR="0" rtl="0" algn="ctr">
                <a:spcBef>
                  <a:spcPts val="0"/>
                </a:spcBef>
                <a:spcAft>
                  <a:spcPts val="0"/>
                </a:spcAft>
                <a:buNone/>
              </a:pPr>
              <a:r>
                <a:t/>
              </a:r>
              <a:endParaRPr b="1" sz="2800">
                <a:solidFill>
                  <a:srgbClr val="FFC000"/>
                </a:solidFill>
                <a:latin typeface="Trebuchet MS"/>
                <a:ea typeface="Trebuchet MS"/>
                <a:cs typeface="Trebuchet MS"/>
                <a:sym typeface="Trebuchet MS"/>
              </a:endParaRPr>
            </a:p>
            <a:p>
              <a:pPr indent="0" lvl="0" marL="0" marR="0" rtl="0" algn="ctr">
                <a:spcBef>
                  <a:spcPts val="0"/>
                </a:spcBef>
                <a:spcAft>
                  <a:spcPts val="0"/>
                </a:spcAft>
                <a:buNone/>
              </a:pPr>
              <a:r>
                <a:t/>
              </a:r>
              <a:endParaRPr b="1" sz="2800">
                <a:solidFill>
                  <a:srgbClr val="FFC000"/>
                </a:solidFill>
                <a:latin typeface="Trebuchet MS"/>
                <a:ea typeface="Trebuchet MS"/>
                <a:cs typeface="Trebuchet MS"/>
                <a:sym typeface="Trebuchet MS"/>
              </a:endParaRPr>
            </a:p>
            <a:p>
              <a:pPr indent="0" lvl="0" marL="0" marR="0" rtl="0" algn="ctr">
                <a:spcBef>
                  <a:spcPts val="0"/>
                </a:spcBef>
                <a:spcAft>
                  <a:spcPts val="0"/>
                </a:spcAft>
                <a:buNone/>
              </a:pPr>
              <a:r>
                <a:t/>
              </a:r>
              <a:endParaRPr b="1" sz="2800">
                <a:solidFill>
                  <a:srgbClr val="FFC000"/>
                </a:solidFill>
                <a:latin typeface="Trebuchet MS"/>
                <a:ea typeface="Trebuchet MS"/>
                <a:cs typeface="Trebuchet MS"/>
                <a:sym typeface="Trebuchet MS"/>
              </a:endParaRPr>
            </a:p>
            <a:p>
              <a:pPr indent="0" lvl="0" marL="0" marR="0" rtl="0" algn="ctr">
                <a:spcBef>
                  <a:spcPts val="0"/>
                </a:spcBef>
                <a:spcAft>
                  <a:spcPts val="0"/>
                </a:spcAft>
                <a:buNone/>
              </a:pPr>
              <a:r>
                <a:t/>
              </a:r>
              <a:endParaRPr b="1" sz="2800">
                <a:solidFill>
                  <a:srgbClr val="FFC000"/>
                </a:solidFill>
                <a:latin typeface="Trebuchet MS"/>
                <a:ea typeface="Trebuchet MS"/>
                <a:cs typeface="Trebuchet MS"/>
                <a:sym typeface="Trebuchet MS"/>
              </a:endParaRPr>
            </a:p>
            <a:p>
              <a:pPr indent="0" lvl="0" marL="0" marR="0" rtl="0" algn="ctr">
                <a:spcBef>
                  <a:spcPts val="0"/>
                </a:spcBef>
                <a:spcAft>
                  <a:spcPts val="0"/>
                </a:spcAft>
                <a:buNone/>
              </a:pPr>
              <a:r>
                <a:t/>
              </a:r>
              <a:endParaRPr b="1" sz="2800">
                <a:solidFill>
                  <a:srgbClr val="FFC000"/>
                </a:solidFill>
                <a:latin typeface="Trebuchet MS"/>
                <a:ea typeface="Trebuchet MS"/>
                <a:cs typeface="Trebuchet MS"/>
                <a:sym typeface="Trebuchet MS"/>
              </a:endParaRPr>
            </a:p>
            <a:p>
              <a:pPr indent="0" lvl="0" marL="0" marR="0" rtl="0" algn="ctr">
                <a:spcBef>
                  <a:spcPts val="0"/>
                </a:spcBef>
                <a:spcAft>
                  <a:spcPts val="0"/>
                </a:spcAft>
                <a:buNone/>
              </a:pPr>
              <a:r>
                <a:rPr b="1" lang="en-US" sz="3200">
                  <a:solidFill>
                    <a:srgbClr val="FFC000"/>
                  </a:solidFill>
                  <a:latin typeface="Trebuchet MS"/>
                  <a:ea typeface="Trebuchet MS"/>
                  <a:cs typeface="Trebuchet MS"/>
                  <a:sym typeface="Trebuchet MS"/>
                </a:rPr>
                <a:t>Image Quality Check</a:t>
              </a:r>
              <a:endParaRPr/>
            </a:p>
            <a:p>
              <a:pPr indent="0" lvl="0" marL="0" marR="0" rtl="0" algn="l">
                <a:spcBef>
                  <a:spcPts val="0"/>
                </a:spcBef>
                <a:spcAft>
                  <a:spcPts val="0"/>
                </a:spcAft>
                <a:buNone/>
              </a:pPr>
              <a:r>
                <a:rPr b="0" lang="en-US" sz="2400">
                  <a:solidFill>
                    <a:srgbClr val="BFBFBF"/>
                  </a:solidFill>
                  <a:latin typeface="Trebuchet MS"/>
                  <a:ea typeface="Trebuchet MS"/>
                  <a:cs typeface="Trebuchet MS"/>
                  <a:sym typeface="Trebuchet MS"/>
                </a:rPr>
                <a:t>Zoom in and look at your images at 100% magnification. If they look good they will print well. </a:t>
              </a:r>
              <a:endParaRPr b="0" sz="2800">
                <a:solidFill>
                  <a:schemeClr val="lt1"/>
                </a:solidFill>
                <a:latin typeface="Trebuchet MS"/>
                <a:ea typeface="Trebuchet MS"/>
                <a:cs typeface="Trebuchet MS"/>
                <a:sym typeface="Trebuchet MS"/>
              </a:endParaRPr>
            </a:p>
          </p:txBody>
        </p:sp>
        <p:cxnSp>
          <p:nvCxnSpPr>
            <p:cNvPr id="150" name="Google Shape;150;p7"/>
            <p:cNvCxnSpPr/>
            <p:nvPr/>
          </p:nvCxnSpPr>
          <p:spPr>
            <a:xfrm>
              <a:off x="-11225189" y="8422500"/>
              <a:ext cx="10999746" cy="3341"/>
            </a:xfrm>
            <a:prstGeom prst="straightConnector1">
              <a:avLst/>
            </a:prstGeom>
            <a:noFill/>
            <a:ln cap="flat" cmpd="sng" w="9525">
              <a:solidFill>
                <a:srgbClr val="FFC000"/>
              </a:solidFill>
              <a:prstDash val="solid"/>
              <a:round/>
              <a:headEnd len="sm" w="sm" type="none"/>
              <a:tailEnd len="sm" w="sm" type="none"/>
            </a:ln>
          </p:spPr>
        </p:cxnSp>
        <p:pic>
          <p:nvPicPr>
            <p:cNvPr id="151" name="Google Shape;151;p7"/>
            <p:cNvPicPr preferRelativeResize="0"/>
            <p:nvPr/>
          </p:nvPicPr>
          <p:blipFill rotWithShape="1">
            <a:blip r:embed="rId10">
              <a:alphaModFix/>
            </a:blip>
            <a:srcRect b="0" l="0" r="0" t="0"/>
            <a:stretch/>
          </p:blipFill>
          <p:spPr>
            <a:xfrm>
              <a:off x="-10740740" y="10261718"/>
              <a:ext cx="1597666" cy="1201935"/>
            </a:xfrm>
            <a:prstGeom prst="rect">
              <a:avLst/>
            </a:prstGeom>
            <a:noFill/>
            <a:ln>
              <a:noFill/>
            </a:ln>
          </p:spPr>
        </p:pic>
        <p:pic>
          <p:nvPicPr>
            <p:cNvPr id="152" name="Google Shape;152;p7"/>
            <p:cNvPicPr preferRelativeResize="0"/>
            <p:nvPr/>
          </p:nvPicPr>
          <p:blipFill rotWithShape="1">
            <a:blip r:embed="rId11">
              <a:alphaModFix/>
            </a:blip>
            <a:srcRect b="0" l="0" r="0" t="0"/>
            <a:stretch/>
          </p:blipFill>
          <p:spPr>
            <a:xfrm>
              <a:off x="-10732765" y="15696927"/>
              <a:ext cx="9986808" cy="1053596"/>
            </a:xfrm>
            <a:prstGeom prst="rect">
              <a:avLst/>
            </a:prstGeom>
            <a:noFill/>
            <a:ln>
              <a:noFill/>
            </a:ln>
          </p:spPr>
        </p:pic>
        <p:grpSp>
          <p:nvGrpSpPr>
            <p:cNvPr id="153" name="Google Shape;153;p7"/>
            <p:cNvGrpSpPr/>
            <p:nvPr/>
          </p:nvGrpSpPr>
          <p:grpSpPr>
            <a:xfrm>
              <a:off x="-9744993" y="23540957"/>
              <a:ext cx="7531182" cy="2120439"/>
              <a:chOff x="-4470427" y="11016658"/>
              <a:chExt cx="3470785" cy="974220"/>
            </a:xfrm>
          </p:grpSpPr>
          <p:grpSp>
            <p:nvGrpSpPr>
              <p:cNvPr id="154" name="Google Shape;154;p7"/>
              <p:cNvGrpSpPr/>
              <p:nvPr/>
            </p:nvGrpSpPr>
            <p:grpSpPr>
              <a:xfrm>
                <a:off x="-2783495" y="11060886"/>
                <a:ext cx="624431" cy="893535"/>
                <a:chOff x="-3958697" y="11117435"/>
                <a:chExt cx="779338" cy="1280430"/>
              </a:xfrm>
            </p:grpSpPr>
            <p:pic>
              <p:nvPicPr>
                <p:cNvPr id="155" name="Google Shape;155;p7"/>
                <p:cNvPicPr preferRelativeResize="0"/>
                <p:nvPr/>
              </p:nvPicPr>
              <p:blipFill rotWithShape="1">
                <a:blip r:embed="rId12">
                  <a:alphaModFix/>
                </a:blip>
                <a:srcRect b="0" l="0" r="0" t="0"/>
                <a:stretch/>
              </p:blipFill>
              <p:spPr>
                <a:xfrm>
                  <a:off x="-3948160" y="11117435"/>
                  <a:ext cx="768801" cy="1090857"/>
                </a:xfrm>
                <a:prstGeom prst="rect">
                  <a:avLst/>
                </a:prstGeom>
                <a:noFill/>
                <a:ln>
                  <a:noFill/>
                </a:ln>
              </p:spPr>
            </p:pic>
            <p:sp>
              <p:nvSpPr>
                <p:cNvPr id="156" name="Google Shape;156;p7"/>
                <p:cNvSpPr txBox="1"/>
                <p:nvPr/>
              </p:nvSpPr>
              <p:spPr>
                <a:xfrm>
                  <a:off x="-3958697" y="12114178"/>
                  <a:ext cx="779337" cy="283687"/>
                </a:xfrm>
                <a:prstGeom prst="rect">
                  <a:avLst/>
                </a:prstGeom>
                <a:solidFill>
                  <a:schemeClr val="accent1"/>
                </a:solidFill>
                <a:ln>
                  <a:noFill/>
                </a:ln>
              </p:spPr>
              <p:txBody>
                <a:bodyPr anchorCtr="0" anchor="t" bIns="91425" lIns="91425" spcFirstLastPara="1" rIns="91425" wrap="square" tIns="91425">
                  <a:spAutoFit/>
                </a:bodyPr>
                <a:lstStyle/>
                <a:p>
                  <a:pPr indent="0" lvl="0" marL="0" marR="0" rtl="0" algn="ctr">
                    <a:spcBef>
                      <a:spcPts val="0"/>
                    </a:spcBef>
                    <a:spcAft>
                      <a:spcPts val="0"/>
                    </a:spcAft>
                    <a:buNone/>
                  </a:pPr>
                  <a:r>
                    <a:rPr b="1" lang="en-US" sz="1600">
                      <a:solidFill>
                        <a:schemeClr val="dk1"/>
                      </a:solidFill>
                      <a:latin typeface="Calibri"/>
                      <a:ea typeface="Calibri"/>
                      <a:cs typeface="Calibri"/>
                      <a:sym typeface="Calibri"/>
                    </a:rPr>
                    <a:t>ORIGINAL</a:t>
                  </a:r>
                  <a:endParaRPr/>
                </a:p>
              </p:txBody>
            </p:sp>
          </p:grpSp>
          <p:grpSp>
            <p:nvGrpSpPr>
              <p:cNvPr id="157" name="Google Shape;157;p7"/>
              <p:cNvGrpSpPr/>
              <p:nvPr/>
            </p:nvGrpSpPr>
            <p:grpSpPr>
              <a:xfrm>
                <a:off x="-2033159" y="11060889"/>
                <a:ext cx="1033517" cy="893529"/>
                <a:chOff x="-2921738" y="11200127"/>
                <a:chExt cx="1420279" cy="1227904"/>
              </a:xfrm>
            </p:grpSpPr>
            <p:pic>
              <p:nvPicPr>
                <p:cNvPr id="158" name="Google Shape;158;p7"/>
                <p:cNvPicPr preferRelativeResize="0"/>
                <p:nvPr/>
              </p:nvPicPr>
              <p:blipFill rotWithShape="1">
                <a:blip r:embed="rId12">
                  <a:alphaModFix/>
                </a:blip>
                <a:srcRect b="0" l="0" r="0" t="0"/>
                <a:stretch/>
              </p:blipFill>
              <p:spPr>
                <a:xfrm>
                  <a:off x="-2921738" y="11200127"/>
                  <a:ext cx="1420279" cy="1029694"/>
                </a:xfrm>
                <a:prstGeom prst="rect">
                  <a:avLst/>
                </a:prstGeom>
                <a:noFill/>
                <a:ln>
                  <a:noFill/>
                </a:ln>
              </p:spPr>
            </p:pic>
            <p:sp>
              <p:nvSpPr>
                <p:cNvPr id="159" name="Google Shape;159;p7"/>
                <p:cNvSpPr txBox="1"/>
                <p:nvPr/>
              </p:nvSpPr>
              <p:spPr>
                <a:xfrm>
                  <a:off x="-2918991" y="12175418"/>
                  <a:ext cx="1417532" cy="252613"/>
                </a:xfrm>
                <a:prstGeom prst="rect">
                  <a:avLst/>
                </a:prstGeom>
                <a:solidFill>
                  <a:srgbClr val="FF0000"/>
                </a:solidFill>
                <a:ln>
                  <a:noFill/>
                </a:ln>
              </p:spPr>
              <p:txBody>
                <a:bodyPr anchorCtr="0" anchor="t" bIns="91425" lIns="457200" spcFirstLastPara="1" rIns="457200" wrap="square" tIns="91425">
                  <a:spAutoFit/>
                </a:bodyPr>
                <a:lstStyle/>
                <a:p>
                  <a:pPr indent="0" lvl="0" marL="0" marR="0" rtl="0" algn="ctr">
                    <a:spcBef>
                      <a:spcPts val="0"/>
                    </a:spcBef>
                    <a:spcAft>
                      <a:spcPts val="0"/>
                    </a:spcAft>
                    <a:buNone/>
                  </a:pPr>
                  <a:r>
                    <a:rPr b="1" lang="en-US" sz="1400">
                      <a:solidFill>
                        <a:schemeClr val="lt1"/>
                      </a:solidFill>
                      <a:latin typeface="Calibri"/>
                      <a:ea typeface="Calibri"/>
                      <a:cs typeface="Calibri"/>
                      <a:sym typeface="Calibri"/>
                    </a:rPr>
                    <a:t>DISTORTED</a:t>
                  </a:r>
                  <a:endParaRPr b="1" sz="700">
                    <a:solidFill>
                      <a:schemeClr val="lt1"/>
                    </a:solidFill>
                    <a:latin typeface="Calibri"/>
                    <a:ea typeface="Calibri"/>
                    <a:cs typeface="Calibri"/>
                    <a:sym typeface="Calibri"/>
                  </a:endParaRPr>
                </a:p>
              </p:txBody>
            </p:sp>
          </p:grpSp>
          <p:pic>
            <p:nvPicPr>
              <p:cNvPr id="160" name="Google Shape;160;p7"/>
              <p:cNvPicPr preferRelativeResize="0"/>
              <p:nvPr/>
            </p:nvPicPr>
            <p:blipFill rotWithShape="1">
              <a:blip r:embed="rId13">
                <a:alphaModFix/>
              </a:blip>
              <a:srcRect b="0" l="0" r="0" t="0"/>
              <a:stretch/>
            </p:blipFill>
            <p:spPr>
              <a:xfrm>
                <a:off x="-4470427" y="11016658"/>
                <a:ext cx="1098742" cy="847761"/>
              </a:xfrm>
              <a:prstGeom prst="rect">
                <a:avLst/>
              </a:prstGeom>
              <a:noFill/>
              <a:ln>
                <a:noFill/>
              </a:ln>
            </p:spPr>
          </p:pic>
          <p:sp>
            <p:nvSpPr>
              <p:cNvPr id="161" name="Google Shape;161;p7"/>
              <p:cNvSpPr txBox="1"/>
              <p:nvPr/>
            </p:nvSpPr>
            <p:spPr>
              <a:xfrm>
                <a:off x="-4440600" y="11665645"/>
                <a:ext cx="1035685" cy="325233"/>
              </a:xfrm>
              <a:prstGeom prst="rect">
                <a:avLst/>
              </a:prstGeom>
              <a:noFill/>
              <a:ln>
                <a:noFill/>
              </a:ln>
            </p:spPr>
            <p:txBody>
              <a:bodyPr anchorCtr="0" anchor="t" bIns="0" lIns="457200" spcFirstLastPara="1" rIns="457200" wrap="square" tIns="457200">
                <a:spAutoFit/>
              </a:bodyPr>
              <a:lstStyle/>
              <a:p>
                <a:pPr indent="0" lvl="0" marL="0" marR="0" rtl="0" algn="ctr">
                  <a:spcBef>
                    <a:spcPts val="0"/>
                  </a:spcBef>
                  <a:spcAft>
                    <a:spcPts val="0"/>
                  </a:spcAft>
                  <a:buNone/>
                </a:pPr>
                <a:r>
                  <a:rPr lang="en-US" sz="1600">
                    <a:solidFill>
                      <a:schemeClr val="lt1"/>
                    </a:solidFill>
                    <a:latin typeface="Calibri"/>
                    <a:ea typeface="Calibri"/>
                    <a:cs typeface="Calibri"/>
                    <a:sym typeface="Calibri"/>
                  </a:rPr>
                  <a:t>Corner</a:t>
                </a:r>
                <a:r>
                  <a:rPr lang="en-US" sz="1600">
                    <a:solidFill>
                      <a:schemeClr val="lt1"/>
                    </a:solidFill>
                    <a:latin typeface="Calibri"/>
                    <a:ea typeface="Calibri"/>
                    <a:cs typeface="Calibri"/>
                    <a:sym typeface="Calibri"/>
                  </a:rPr>
                  <a:t> handles</a:t>
                </a:r>
                <a:endParaRPr sz="1600">
                  <a:solidFill>
                    <a:schemeClr val="lt1"/>
                  </a:solidFill>
                  <a:latin typeface="Calibri"/>
                  <a:ea typeface="Calibri"/>
                  <a:cs typeface="Calibri"/>
                  <a:sym typeface="Calibri"/>
                </a:endParaRPr>
              </a:p>
            </p:txBody>
          </p:sp>
        </p:grpSp>
        <p:grpSp>
          <p:nvGrpSpPr>
            <p:cNvPr id="162" name="Google Shape;162;p7"/>
            <p:cNvGrpSpPr/>
            <p:nvPr/>
          </p:nvGrpSpPr>
          <p:grpSpPr>
            <a:xfrm>
              <a:off x="-10398794" y="27751411"/>
              <a:ext cx="9323012" cy="2453251"/>
              <a:chOff x="-4754996" y="12734137"/>
              <a:chExt cx="4296559" cy="1127128"/>
            </a:xfrm>
          </p:grpSpPr>
          <p:graphicFrame>
            <p:nvGraphicFramePr>
              <p:cNvPr id="163" name="Google Shape;163;p7"/>
              <p:cNvGraphicFramePr/>
              <p:nvPr/>
            </p:nvGraphicFramePr>
            <p:xfrm>
              <a:off x="-4533347" y="12734142"/>
              <a:ext cx="1828800" cy="1117600"/>
            </p:xfrm>
            <a:graphic>
              <a:graphicData uri="http://schemas.openxmlformats.org/presentationml/2006/ole">
                <mc:AlternateContent>
                  <mc:Choice Requires="v">
                    <p:oleObj r:id="rId14" imgH="1117600" imgW="1828800" progId="Photoshop.Image.13" spid="_x0000_s3">
                      <p:embed/>
                    </p:oleObj>
                  </mc:Choice>
                  <mc:Fallback>
                    <p:oleObj r:id="rId15" imgH="1117600" imgW="1828800" progId="Photoshop.Image.13">
                      <p:embed/>
                      <p:pic>
                        <p:nvPicPr>
                          <p:cNvPr id="163" name="Google Shape;163;p7"/>
                          <p:cNvPicPr preferRelativeResize="0"/>
                          <p:nvPr/>
                        </p:nvPicPr>
                        <p:blipFill rotWithShape="1">
                          <a:blip r:embed="rId16">
                            <a:alphaModFix/>
                          </a:blip>
                          <a:srcRect b="0" l="0" r="0" t="0"/>
                          <a:stretch/>
                        </p:blipFill>
                        <p:spPr>
                          <a:xfrm>
                            <a:off x="-4533347" y="12734142"/>
                            <a:ext cx="1828800" cy="1117600"/>
                          </a:xfrm>
                          <a:prstGeom prst="rect">
                            <a:avLst/>
                          </a:prstGeom>
                          <a:noFill/>
                          <a:ln>
                            <a:noFill/>
                          </a:ln>
                        </p:spPr>
                      </p:pic>
                    </p:oleObj>
                  </mc:Fallback>
                </mc:AlternateContent>
              </a:graphicData>
            </a:graphic>
          </p:graphicFrame>
          <p:graphicFrame>
            <p:nvGraphicFramePr>
              <p:cNvPr id="164" name="Google Shape;164;p7"/>
              <p:cNvGraphicFramePr/>
              <p:nvPr/>
            </p:nvGraphicFramePr>
            <p:xfrm>
              <a:off x="-2456641" y="12737835"/>
              <a:ext cx="1828800" cy="1117600"/>
            </p:xfrm>
            <a:graphic>
              <a:graphicData uri="http://schemas.openxmlformats.org/presentationml/2006/ole">
                <mc:AlternateContent>
                  <mc:Choice Requires="v">
                    <p:oleObj r:id="rId17" imgH="1117600" imgW="1828800" progId="Photoshop.Image.13" spid="_x0000_s4">
                      <p:embed/>
                    </p:oleObj>
                  </mc:Choice>
                  <mc:Fallback>
                    <p:oleObj r:id="rId18" imgH="1117600" imgW="1828800" progId="Photoshop.Image.13">
                      <p:embed/>
                      <p:pic>
                        <p:nvPicPr>
                          <p:cNvPr id="164" name="Google Shape;164;p7"/>
                          <p:cNvPicPr preferRelativeResize="0"/>
                          <p:nvPr/>
                        </p:nvPicPr>
                        <p:blipFill rotWithShape="1">
                          <a:blip r:embed="rId19">
                            <a:alphaModFix/>
                          </a:blip>
                          <a:srcRect b="0" l="0" r="0" t="0"/>
                          <a:stretch/>
                        </p:blipFill>
                        <p:spPr>
                          <a:xfrm>
                            <a:off x="-2456641" y="12737835"/>
                            <a:ext cx="1828800" cy="1117600"/>
                          </a:xfrm>
                          <a:prstGeom prst="rect">
                            <a:avLst/>
                          </a:prstGeom>
                          <a:noFill/>
                          <a:ln>
                            <a:noFill/>
                          </a:ln>
                        </p:spPr>
                      </p:pic>
                    </p:oleObj>
                  </mc:Fallback>
                </mc:AlternateContent>
              </a:graphicData>
            </a:graphic>
          </p:graphicFrame>
          <p:sp>
            <p:nvSpPr>
              <p:cNvPr id="165" name="Google Shape;165;p7"/>
              <p:cNvSpPr txBox="1"/>
              <p:nvPr/>
            </p:nvSpPr>
            <p:spPr>
              <a:xfrm rot="-5400000">
                <a:off x="-5235785" y="13214925"/>
                <a:ext cx="1117601" cy="156024"/>
              </a:xfrm>
              <a:prstGeom prst="rect">
                <a:avLst/>
              </a:prstGeom>
              <a:noFill/>
              <a:ln>
                <a:noFill/>
              </a:ln>
            </p:spPr>
            <p:txBody>
              <a:bodyPr anchorCtr="0" anchor="t" bIns="0" lIns="91425" spcFirstLastPara="1" rIns="91425" wrap="square" tIns="91425">
                <a:spAutoFit/>
              </a:bodyPr>
              <a:lstStyle/>
              <a:p>
                <a:pPr indent="0" lvl="0" marL="0" marR="0" rtl="0" algn="ctr">
                  <a:spcBef>
                    <a:spcPts val="0"/>
                  </a:spcBef>
                  <a:spcAft>
                    <a:spcPts val="0"/>
                  </a:spcAft>
                  <a:buNone/>
                </a:pPr>
                <a:r>
                  <a:rPr lang="en-US" sz="1600">
                    <a:solidFill>
                      <a:srgbClr val="92D050"/>
                    </a:solidFill>
                    <a:latin typeface="Calibri"/>
                    <a:ea typeface="Calibri"/>
                    <a:cs typeface="Calibri"/>
                    <a:sym typeface="Calibri"/>
                  </a:rPr>
                  <a:t>Good</a:t>
                </a:r>
                <a:r>
                  <a:rPr lang="en-US" sz="1600">
                    <a:solidFill>
                      <a:srgbClr val="92D050"/>
                    </a:solidFill>
                    <a:latin typeface="Calibri"/>
                    <a:ea typeface="Calibri"/>
                    <a:cs typeface="Calibri"/>
                    <a:sym typeface="Calibri"/>
                  </a:rPr>
                  <a:t> </a:t>
                </a:r>
                <a:r>
                  <a:rPr lang="en-US" sz="1600">
                    <a:solidFill>
                      <a:schemeClr val="lt1"/>
                    </a:solidFill>
                    <a:latin typeface="Calibri"/>
                    <a:ea typeface="Calibri"/>
                    <a:cs typeface="Calibri"/>
                    <a:sym typeface="Calibri"/>
                  </a:rPr>
                  <a:t>printing quality</a:t>
                </a:r>
                <a:endParaRPr sz="1600">
                  <a:solidFill>
                    <a:schemeClr val="lt1"/>
                  </a:solidFill>
                  <a:latin typeface="Calibri"/>
                  <a:ea typeface="Calibri"/>
                  <a:cs typeface="Calibri"/>
                  <a:sym typeface="Calibri"/>
                </a:endParaRPr>
              </a:p>
            </p:txBody>
          </p:sp>
          <p:sp>
            <p:nvSpPr>
              <p:cNvPr id="166" name="Google Shape;166;p7"/>
              <p:cNvSpPr txBox="1"/>
              <p:nvPr/>
            </p:nvSpPr>
            <p:spPr>
              <a:xfrm rot="-5400000">
                <a:off x="-1095250" y="13224452"/>
                <a:ext cx="1117601" cy="156024"/>
              </a:xfrm>
              <a:prstGeom prst="rect">
                <a:avLst/>
              </a:prstGeom>
              <a:noFill/>
              <a:ln>
                <a:noFill/>
              </a:ln>
            </p:spPr>
            <p:txBody>
              <a:bodyPr anchorCtr="0" anchor="t" bIns="0" lIns="91425" spcFirstLastPara="1" rIns="91425" wrap="square" tIns="91425">
                <a:spAutoFit/>
              </a:bodyPr>
              <a:lstStyle/>
              <a:p>
                <a:pPr indent="0" lvl="0" marL="0" marR="0" rtl="0" algn="ctr">
                  <a:spcBef>
                    <a:spcPts val="0"/>
                  </a:spcBef>
                  <a:spcAft>
                    <a:spcPts val="0"/>
                  </a:spcAft>
                  <a:buNone/>
                </a:pPr>
                <a:r>
                  <a:rPr lang="en-US" sz="1600">
                    <a:solidFill>
                      <a:srgbClr val="FF0000"/>
                    </a:solidFill>
                    <a:latin typeface="Calibri"/>
                    <a:ea typeface="Calibri"/>
                    <a:cs typeface="Calibri"/>
                    <a:sym typeface="Calibri"/>
                  </a:rPr>
                  <a:t>Bad </a:t>
                </a:r>
                <a:r>
                  <a:rPr lang="en-US" sz="1600">
                    <a:solidFill>
                      <a:schemeClr val="lt1"/>
                    </a:solidFill>
                    <a:latin typeface="Calibri"/>
                    <a:ea typeface="Calibri"/>
                    <a:cs typeface="Calibri"/>
                    <a:sym typeface="Calibri"/>
                  </a:rPr>
                  <a:t>printing quality</a:t>
                </a:r>
                <a:endParaRPr/>
              </a:p>
            </p:txBody>
          </p:sp>
        </p:grpSp>
      </p:grpSp>
      <p:sp>
        <p:nvSpPr>
          <p:cNvPr id="167" name="Google Shape;167;p7"/>
          <p:cNvSpPr/>
          <p:nvPr/>
        </p:nvSpPr>
        <p:spPr>
          <a:xfrm>
            <a:off x="0" y="-55065"/>
            <a:ext cx="43891200" cy="1042617"/>
          </a:xfrm>
          <a:prstGeom prst="rect">
            <a:avLst/>
          </a:prstGeom>
          <a:gradFill>
            <a:gsLst>
              <a:gs pos="0">
                <a:srgbClr val="98C2F5"/>
              </a:gs>
              <a:gs pos="100000">
                <a:schemeClr val="lt1"/>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600">
              <a:solidFill>
                <a:schemeClr val="lt1"/>
              </a:solidFill>
              <a:latin typeface="Calibri"/>
              <a:ea typeface="Calibri"/>
              <a:cs typeface="Calibri"/>
              <a:sym typeface="Calibri"/>
            </a:endParaRPr>
          </a:p>
        </p:txBody>
      </p:sp>
      <p:sp>
        <p:nvSpPr>
          <p:cNvPr id="168" name="Google Shape;168;p7"/>
          <p:cNvSpPr/>
          <p:nvPr/>
        </p:nvSpPr>
        <p:spPr>
          <a:xfrm>
            <a:off x="29382628" y="5392017"/>
            <a:ext cx="13577436" cy="26757874"/>
          </a:xfrm>
          <a:prstGeom prst="roundRect">
            <a:avLst>
              <a:gd fmla="val 1956" name="adj"/>
            </a:avLst>
          </a:prstGeom>
          <a:no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600">
              <a:solidFill>
                <a:schemeClr val="lt1"/>
              </a:solidFill>
              <a:latin typeface="Calibri"/>
              <a:ea typeface="Calibri"/>
              <a:cs typeface="Calibri"/>
              <a:sym typeface="Calibri"/>
            </a:endParaRPr>
          </a:p>
        </p:txBody>
      </p:sp>
      <p:sp>
        <p:nvSpPr>
          <p:cNvPr id="169" name="Google Shape;169;p7"/>
          <p:cNvSpPr/>
          <p:nvPr/>
        </p:nvSpPr>
        <p:spPr>
          <a:xfrm>
            <a:off x="15156882" y="5370818"/>
            <a:ext cx="13577436" cy="26779073"/>
          </a:xfrm>
          <a:prstGeom prst="roundRect">
            <a:avLst>
              <a:gd fmla="val 1956" name="adj"/>
            </a:avLst>
          </a:prstGeom>
          <a:no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600">
              <a:solidFill>
                <a:schemeClr val="lt1"/>
              </a:solidFill>
              <a:latin typeface="Calibri"/>
              <a:ea typeface="Calibri"/>
              <a:cs typeface="Calibri"/>
              <a:sym typeface="Calibri"/>
            </a:endParaRPr>
          </a:p>
        </p:txBody>
      </p:sp>
      <p:sp>
        <p:nvSpPr>
          <p:cNvPr id="170" name="Google Shape;170;p7"/>
          <p:cNvSpPr/>
          <p:nvPr/>
        </p:nvSpPr>
        <p:spPr>
          <a:xfrm>
            <a:off x="931136" y="5413216"/>
            <a:ext cx="13577436" cy="26736675"/>
          </a:xfrm>
          <a:prstGeom prst="roundRect">
            <a:avLst>
              <a:gd fmla="val 1956" name="adj"/>
            </a:avLst>
          </a:prstGeom>
          <a:no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600">
              <a:solidFill>
                <a:schemeClr val="lt1"/>
              </a:solidFill>
              <a:latin typeface="Calibri"/>
              <a:ea typeface="Calibri"/>
              <a:cs typeface="Calibri"/>
              <a:sym typeface="Calibri"/>
            </a:endParaRPr>
          </a:p>
        </p:txBody>
      </p:sp>
      <p:sp>
        <p:nvSpPr>
          <p:cNvPr id="171" name="Google Shape;171;p7"/>
          <p:cNvSpPr/>
          <p:nvPr/>
        </p:nvSpPr>
        <p:spPr>
          <a:xfrm>
            <a:off x="6096" y="4742487"/>
            <a:ext cx="43891200" cy="274521"/>
          </a:xfrm>
          <a:prstGeom prst="rect">
            <a:avLst/>
          </a:prstGeom>
          <a:gradFill>
            <a:gsLst>
              <a:gs pos="0">
                <a:srgbClr val="98C2F5"/>
              </a:gs>
              <a:gs pos="51000">
                <a:schemeClr val="lt1"/>
              </a:gs>
              <a:gs pos="100000">
                <a:srgbClr val="DAE9F6"/>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600">
              <a:solidFill>
                <a:schemeClr val="lt1"/>
              </a:solidFill>
              <a:latin typeface="Calibri"/>
              <a:ea typeface="Calibri"/>
              <a:cs typeface="Calibri"/>
              <a:sym typeface="Calibri"/>
            </a:endParaRPr>
          </a:p>
        </p:txBody>
      </p:sp>
      <p:sp>
        <p:nvSpPr>
          <p:cNvPr id="172" name="Google Shape;172;p7"/>
          <p:cNvSpPr txBox="1"/>
          <p:nvPr/>
        </p:nvSpPr>
        <p:spPr>
          <a:xfrm>
            <a:off x="44483668" y="31169782"/>
            <a:ext cx="7629577" cy="1399638"/>
          </a:xfrm>
          <a:prstGeom prst="rect">
            <a:avLst/>
          </a:prstGeom>
          <a:noFill/>
          <a:ln>
            <a:noFill/>
          </a:ln>
        </p:spPr>
        <p:txBody>
          <a:bodyPr anchorCtr="0" anchor="t" bIns="32650" lIns="65300" spcFirstLastPara="1" rIns="65300" wrap="square" tIns="32650">
            <a:spAutoFit/>
          </a:bodyPr>
          <a:lstStyle/>
          <a:p>
            <a:pPr indent="-400050" lvl="0" marL="400050" marR="0" rtl="0" algn="l">
              <a:lnSpc>
                <a:spcPct val="92857"/>
              </a:lnSpc>
              <a:spcBef>
                <a:spcPts val="0"/>
              </a:spcBef>
              <a:spcAft>
                <a:spcPts val="0"/>
              </a:spcAft>
              <a:buNone/>
            </a:pPr>
            <a:r>
              <a:rPr lang="en-US" sz="2800">
                <a:solidFill>
                  <a:schemeClr val="lt1"/>
                </a:solidFill>
                <a:latin typeface="Calibri"/>
                <a:ea typeface="Calibri"/>
                <a:cs typeface="Calibri"/>
                <a:sym typeface="Calibri"/>
              </a:rPr>
              <a:t>© 2015</a:t>
            </a:r>
            <a:r>
              <a:rPr lang="en-US" sz="2800">
                <a:solidFill>
                  <a:schemeClr val="lt1"/>
                </a:solidFill>
                <a:latin typeface="Calibri"/>
                <a:ea typeface="Calibri"/>
                <a:cs typeface="Calibri"/>
                <a:sym typeface="Calibri"/>
              </a:rPr>
              <a:t> </a:t>
            </a:r>
            <a:r>
              <a:rPr lang="en-US" sz="2800">
                <a:solidFill>
                  <a:schemeClr val="lt1"/>
                </a:solidFill>
                <a:latin typeface="Calibri"/>
                <a:ea typeface="Calibri"/>
                <a:cs typeface="Calibri"/>
                <a:sym typeface="Calibri"/>
              </a:rPr>
              <a:t>PosterPresentations.com</a:t>
            </a:r>
            <a:br>
              <a:rPr lang="en-US" sz="2800">
                <a:solidFill>
                  <a:schemeClr val="lt1"/>
                </a:solidFill>
                <a:latin typeface="Calibri"/>
                <a:ea typeface="Calibri"/>
                <a:cs typeface="Calibri"/>
                <a:sym typeface="Calibri"/>
              </a:rPr>
            </a:br>
            <a:r>
              <a:rPr lang="en-US" sz="2400">
                <a:solidFill>
                  <a:schemeClr val="lt1"/>
                </a:solidFill>
                <a:latin typeface="Calibri"/>
                <a:ea typeface="Calibri"/>
                <a:cs typeface="Calibri"/>
                <a:sym typeface="Calibri"/>
              </a:rPr>
              <a:t>2117 Fourth Street ,</a:t>
            </a:r>
            <a:r>
              <a:rPr lang="en-US" sz="2400">
                <a:solidFill>
                  <a:schemeClr val="lt1"/>
                </a:solidFill>
                <a:latin typeface="Calibri"/>
                <a:ea typeface="Calibri"/>
                <a:cs typeface="Calibri"/>
                <a:sym typeface="Calibri"/>
              </a:rPr>
              <a:t> Unit C</a:t>
            </a:r>
            <a:endParaRPr/>
          </a:p>
          <a:p>
            <a:pPr indent="-400050" lvl="0" marL="400050" marR="0" rtl="0" algn="l">
              <a:lnSpc>
                <a:spcPct val="108333"/>
              </a:lnSpc>
              <a:spcBef>
                <a:spcPts val="0"/>
              </a:spcBef>
              <a:spcAft>
                <a:spcPts val="0"/>
              </a:spcAft>
              <a:buNone/>
            </a:pPr>
            <a:r>
              <a:rPr lang="en-US" sz="2400">
                <a:solidFill>
                  <a:schemeClr val="lt1"/>
                </a:solidFill>
                <a:latin typeface="Calibri"/>
                <a:ea typeface="Calibri"/>
                <a:cs typeface="Calibri"/>
                <a:sym typeface="Calibri"/>
              </a:rPr>
              <a:t>	Berkeley CA </a:t>
            </a:r>
            <a:r>
              <a:rPr lang="en-US" sz="2000">
                <a:solidFill>
                  <a:schemeClr val="lt1"/>
                </a:solidFill>
                <a:latin typeface="Calibri"/>
                <a:ea typeface="Calibri"/>
                <a:cs typeface="Calibri"/>
                <a:sym typeface="Calibri"/>
              </a:rPr>
              <a:t>94710</a:t>
            </a:r>
            <a:endParaRPr sz="2400">
              <a:solidFill>
                <a:schemeClr val="lt1"/>
              </a:solidFill>
              <a:latin typeface="Calibri"/>
              <a:ea typeface="Calibri"/>
              <a:cs typeface="Calibri"/>
              <a:sym typeface="Calibri"/>
            </a:endParaRPr>
          </a:p>
          <a:p>
            <a:pPr indent="-400050" lvl="0" marL="400050" marR="0" rtl="0" algn="l">
              <a:lnSpc>
                <a:spcPct val="108333"/>
              </a:lnSpc>
              <a:spcBef>
                <a:spcPts val="0"/>
              </a:spcBef>
              <a:spcAft>
                <a:spcPts val="0"/>
              </a:spcAft>
              <a:buNone/>
            </a:pPr>
            <a:r>
              <a:rPr b="1" lang="en-US" sz="2400">
                <a:solidFill>
                  <a:srgbClr val="FFFF00"/>
                </a:solidFill>
                <a:latin typeface="Calibri"/>
                <a:ea typeface="Calibri"/>
                <a:cs typeface="Calibri"/>
                <a:sym typeface="Calibri"/>
              </a:rPr>
              <a:t>	posterpresenter@gmail.com</a:t>
            </a:r>
            <a:endParaRPr b="1" sz="2800">
              <a:solidFill>
                <a:srgbClr val="FFFF00"/>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54" r:id="rId20"/>
    <p:sldLayoutId id="2147483655"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jpg"/><Relationship Id="rId4" Type="http://schemas.openxmlformats.org/officeDocument/2006/relationships/image" Target="../media/image18.png"/><Relationship Id="rId5" Type="http://schemas.openxmlformats.org/officeDocument/2006/relationships/image" Target="../media/image21.png"/><Relationship Id="rId6" Type="http://schemas.openxmlformats.org/officeDocument/2006/relationships/image" Target="../media/image20.png"/><Relationship Id="rId7"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
          <p:cNvSpPr txBox="1"/>
          <p:nvPr>
            <p:ph idx="2" type="body"/>
          </p:nvPr>
        </p:nvSpPr>
        <p:spPr>
          <a:xfrm>
            <a:off x="876307" y="5635437"/>
            <a:ext cx="13022573" cy="1015655"/>
          </a:xfrm>
          <a:prstGeom prst="rect">
            <a:avLst/>
          </a:prstGeom>
          <a:solidFill>
            <a:srgbClr val="9CC2E5"/>
          </a:solidFill>
          <a:ln>
            <a:noFill/>
          </a:ln>
        </p:spPr>
        <p:txBody>
          <a:bodyPr anchorCtr="0" anchor="ctr" bIns="91425" lIns="91425" spcFirstLastPara="1" rIns="91425" wrap="square" tIns="91425">
            <a:spAutoFit/>
          </a:bodyPr>
          <a:lstStyle/>
          <a:p>
            <a:pPr indent="0" lvl="0" marL="0" rtl="0" algn="ctr">
              <a:spcBef>
                <a:spcPts val="0"/>
              </a:spcBef>
              <a:spcAft>
                <a:spcPts val="0"/>
              </a:spcAft>
              <a:buClr>
                <a:schemeClr val="dk1"/>
              </a:buClr>
              <a:buSzPts val="5400"/>
              <a:buNone/>
            </a:pPr>
            <a:r>
              <a:rPr lang="en-US" sz="5400">
                <a:solidFill>
                  <a:schemeClr val="dk1"/>
                </a:solidFill>
              </a:rPr>
              <a:t>Abstract</a:t>
            </a:r>
            <a:endParaRPr/>
          </a:p>
        </p:txBody>
      </p:sp>
      <p:sp>
        <p:nvSpPr>
          <p:cNvPr id="216" name="Google Shape;216;p1"/>
          <p:cNvSpPr txBox="1"/>
          <p:nvPr>
            <p:ph idx="19" type="body"/>
          </p:nvPr>
        </p:nvSpPr>
        <p:spPr>
          <a:xfrm>
            <a:off x="5932593" y="2958393"/>
            <a:ext cx="31998968" cy="1280160"/>
          </a:xfrm>
          <a:prstGeom prst="rect">
            <a:avLst/>
          </a:prstGeom>
          <a:noFill/>
          <a:ln>
            <a:noFill/>
          </a:ln>
        </p:spPr>
        <p:txBody>
          <a:bodyPr anchorCtr="1" anchor="t" bIns="45700" lIns="91425" spcFirstLastPara="1" rIns="91425" wrap="square" tIns="45700">
            <a:noAutofit/>
          </a:bodyPr>
          <a:lstStyle/>
          <a:p>
            <a:pPr indent="0" lvl="0" marL="0" rtl="0" algn="ctr">
              <a:lnSpc>
                <a:spcPct val="90000"/>
              </a:lnSpc>
              <a:spcBef>
                <a:spcPts val="0"/>
              </a:spcBef>
              <a:spcAft>
                <a:spcPts val="0"/>
              </a:spcAft>
              <a:buClr>
                <a:srgbClr val="002060"/>
              </a:buClr>
              <a:buSzPts val="8140"/>
              <a:buFont typeface="Calibri"/>
              <a:buNone/>
            </a:pPr>
            <a:r>
              <a:rPr lang="en-US" sz="6040">
                <a:solidFill>
                  <a:srgbClr val="002060"/>
                </a:solidFill>
                <a:latin typeface="Calibri"/>
                <a:ea typeface="Calibri"/>
                <a:cs typeface="Calibri"/>
                <a:sym typeface="Calibri"/>
              </a:rPr>
              <a:t>Old Dominion University, Norfolk, VA</a:t>
            </a:r>
            <a:endParaRPr sz="6040">
              <a:solidFill>
                <a:srgbClr val="002060"/>
              </a:solidFill>
            </a:endParaRPr>
          </a:p>
          <a:p>
            <a:pPr indent="0" lvl="0" marL="0" rtl="0" algn="ctr">
              <a:lnSpc>
                <a:spcPct val="90000"/>
              </a:lnSpc>
              <a:spcBef>
                <a:spcPts val="1628"/>
              </a:spcBef>
              <a:spcAft>
                <a:spcPts val="0"/>
              </a:spcAft>
              <a:buClr>
                <a:srgbClr val="1F3864"/>
              </a:buClr>
              <a:buSzPts val="8140"/>
              <a:buFont typeface="Calibri"/>
              <a:buNone/>
            </a:pPr>
            <a:r>
              <a:t/>
            </a:r>
            <a:endParaRPr sz="8140">
              <a:solidFill>
                <a:srgbClr val="002060"/>
              </a:solidFill>
            </a:endParaRPr>
          </a:p>
        </p:txBody>
      </p:sp>
      <p:sp>
        <p:nvSpPr>
          <p:cNvPr id="217" name="Google Shape;217;p1"/>
          <p:cNvSpPr txBox="1"/>
          <p:nvPr>
            <p:ph idx="20" type="body"/>
          </p:nvPr>
        </p:nvSpPr>
        <p:spPr>
          <a:xfrm>
            <a:off x="5932600" y="1255777"/>
            <a:ext cx="31998900" cy="1015800"/>
          </a:xfrm>
          <a:prstGeom prst="rect">
            <a:avLst/>
          </a:prstGeom>
          <a:noFill/>
          <a:ln>
            <a:noFill/>
          </a:ln>
        </p:spPr>
        <p:txBody>
          <a:bodyPr anchorCtr="1" anchor="ctr" bIns="45700" lIns="91425" spcFirstLastPara="1" rIns="91425" wrap="square" tIns="45700">
            <a:noAutofit/>
          </a:bodyPr>
          <a:lstStyle/>
          <a:p>
            <a:pPr indent="0" lvl="0" marL="0" rtl="0" algn="ctr">
              <a:spcBef>
                <a:spcPts val="0"/>
              </a:spcBef>
              <a:spcAft>
                <a:spcPts val="0"/>
              </a:spcAft>
              <a:buClr>
                <a:srgbClr val="002060"/>
              </a:buClr>
              <a:buSzPts val="7200"/>
              <a:buFont typeface="Calibri"/>
              <a:buNone/>
            </a:pPr>
            <a:r>
              <a:rPr lang="en-US" sz="7000">
                <a:solidFill>
                  <a:srgbClr val="002060"/>
                </a:solidFill>
              </a:rPr>
              <a:t>From Vertex AI to TinyLLM: Building Edge-Re</a:t>
            </a:r>
            <a:r>
              <a:rPr lang="en-US" sz="7000">
                <a:solidFill>
                  <a:srgbClr val="002060"/>
                </a:solidFill>
              </a:rPr>
              <a:t>a</a:t>
            </a:r>
            <a:r>
              <a:rPr lang="en-US" sz="7000">
                <a:solidFill>
                  <a:srgbClr val="002060"/>
                </a:solidFill>
              </a:rPr>
              <a:t>dy AI for Personalized Healthcare</a:t>
            </a:r>
            <a:endParaRPr sz="7000">
              <a:solidFill>
                <a:srgbClr val="002060"/>
              </a:solidFill>
            </a:endParaRPr>
          </a:p>
          <a:p>
            <a:pPr indent="0" lvl="0" marL="0" rtl="0" algn="ctr">
              <a:spcBef>
                <a:spcPts val="0"/>
              </a:spcBef>
              <a:spcAft>
                <a:spcPts val="0"/>
              </a:spcAft>
              <a:buClr>
                <a:srgbClr val="002060"/>
              </a:buClr>
              <a:buSzPts val="7200"/>
              <a:buFont typeface="Calibri"/>
              <a:buNone/>
            </a:pPr>
            <a:r>
              <a:t/>
            </a:r>
            <a:endParaRPr sz="7200">
              <a:solidFill>
                <a:srgbClr val="002060"/>
              </a:solidFill>
            </a:endParaRPr>
          </a:p>
        </p:txBody>
      </p:sp>
      <p:sp>
        <p:nvSpPr>
          <p:cNvPr id="218" name="Google Shape;218;p1"/>
          <p:cNvSpPr txBox="1"/>
          <p:nvPr>
            <p:ph idx="1" type="body"/>
          </p:nvPr>
        </p:nvSpPr>
        <p:spPr>
          <a:xfrm>
            <a:off x="915039" y="6664624"/>
            <a:ext cx="13591200" cy="9250800"/>
          </a:xfrm>
          <a:prstGeom prst="rect">
            <a:avLst/>
          </a:prstGeom>
          <a:noFill/>
          <a:ln>
            <a:noFill/>
          </a:ln>
        </p:spPr>
        <p:txBody>
          <a:bodyPr anchorCtr="0" anchor="t" bIns="228575" lIns="228575" spcFirstLastPara="1" rIns="228575" wrap="square" tIns="228575">
            <a:spAutoFit/>
          </a:bodyPr>
          <a:lstStyle/>
          <a:p>
            <a:pPr indent="0" lvl="0" marL="0" rtl="0" algn="l">
              <a:spcBef>
                <a:spcPts val="500"/>
              </a:spcBef>
              <a:spcAft>
                <a:spcPts val="0"/>
              </a:spcAft>
              <a:buNone/>
            </a:pPr>
            <a:r>
              <a:rPr lang="en-US" sz="4200">
                <a:solidFill>
                  <a:schemeClr val="dk1"/>
                </a:solidFill>
              </a:rPr>
              <a:t>A multi-phase research and engineering effort on adapting Large Language Models (LLMs) for efficient edge deployment. </a:t>
            </a:r>
            <a:endParaRPr sz="4200">
              <a:solidFill>
                <a:schemeClr val="dk1"/>
              </a:solidFill>
            </a:endParaRPr>
          </a:p>
          <a:p>
            <a:pPr indent="0" lvl="0" marL="0" rtl="0" algn="l">
              <a:spcBef>
                <a:spcPts val="500"/>
              </a:spcBef>
              <a:spcAft>
                <a:spcPts val="0"/>
              </a:spcAft>
              <a:buNone/>
            </a:pPr>
            <a:r>
              <a:t/>
            </a:r>
            <a:endParaRPr sz="4200">
              <a:solidFill>
                <a:schemeClr val="dk1"/>
              </a:solidFill>
            </a:endParaRPr>
          </a:p>
          <a:p>
            <a:pPr indent="0" lvl="0" marL="0" rtl="0" algn="l">
              <a:spcBef>
                <a:spcPts val="500"/>
              </a:spcBef>
              <a:spcAft>
                <a:spcPts val="0"/>
              </a:spcAft>
              <a:buNone/>
            </a:pPr>
            <a:r>
              <a:rPr lang="en-US" sz="4200">
                <a:solidFill>
                  <a:schemeClr val="dk1"/>
                </a:solidFill>
              </a:rPr>
              <a:t>Phase I involves understanding Google Cloud Vertex AI for model training and deployment. </a:t>
            </a:r>
            <a:endParaRPr sz="4200">
              <a:solidFill>
                <a:schemeClr val="dk1"/>
              </a:solidFill>
            </a:endParaRPr>
          </a:p>
          <a:p>
            <a:pPr indent="0" lvl="0" marL="0" rtl="0" algn="l">
              <a:spcBef>
                <a:spcPts val="500"/>
              </a:spcBef>
              <a:spcAft>
                <a:spcPts val="0"/>
              </a:spcAft>
              <a:buNone/>
            </a:pPr>
            <a:r>
              <a:t/>
            </a:r>
            <a:endParaRPr sz="4200">
              <a:solidFill>
                <a:schemeClr val="dk1"/>
              </a:solidFill>
            </a:endParaRPr>
          </a:p>
          <a:p>
            <a:pPr indent="0" lvl="0" marL="0" rtl="0" algn="l">
              <a:spcBef>
                <a:spcPts val="500"/>
              </a:spcBef>
              <a:spcAft>
                <a:spcPts val="0"/>
              </a:spcAft>
              <a:buNone/>
            </a:pPr>
            <a:r>
              <a:rPr lang="en-US" sz="4200">
                <a:solidFill>
                  <a:schemeClr val="dk1"/>
                </a:solidFill>
              </a:rPr>
              <a:t>Phase II focuses on compressing open-source LLMs via post-training quantization for embedded systems. </a:t>
            </a:r>
            <a:endParaRPr sz="4200">
              <a:solidFill>
                <a:schemeClr val="dk1"/>
              </a:solidFill>
            </a:endParaRPr>
          </a:p>
          <a:p>
            <a:pPr indent="0" lvl="0" marL="0" rtl="0" algn="l">
              <a:spcBef>
                <a:spcPts val="500"/>
              </a:spcBef>
              <a:spcAft>
                <a:spcPts val="0"/>
              </a:spcAft>
              <a:buNone/>
            </a:pPr>
            <a:r>
              <a:t/>
            </a:r>
            <a:endParaRPr sz="4200">
              <a:solidFill>
                <a:schemeClr val="dk1"/>
              </a:solidFill>
            </a:endParaRPr>
          </a:p>
          <a:p>
            <a:pPr indent="0" lvl="0" marL="0" rtl="0" algn="l">
              <a:spcBef>
                <a:spcPts val="500"/>
              </a:spcBef>
              <a:spcAft>
                <a:spcPts val="0"/>
              </a:spcAft>
              <a:buNone/>
            </a:pPr>
            <a:r>
              <a:rPr lang="en-US" sz="4200">
                <a:solidFill>
                  <a:schemeClr val="dk1"/>
                </a:solidFill>
              </a:rPr>
              <a:t>Phase III envisions a decentralized network of compressed LLMs collaborating on edge devices for personalized, privacy-preserving healthcare insights.</a:t>
            </a:r>
            <a:endParaRPr b="0" sz="4200">
              <a:solidFill>
                <a:schemeClr val="dk1"/>
              </a:solidFill>
              <a:latin typeface="Times New Roman"/>
              <a:ea typeface="Times New Roman"/>
              <a:cs typeface="Times New Roman"/>
              <a:sym typeface="Times New Roman"/>
            </a:endParaRPr>
          </a:p>
        </p:txBody>
      </p:sp>
      <p:grpSp>
        <p:nvGrpSpPr>
          <p:cNvPr id="219" name="Google Shape;219;p1"/>
          <p:cNvGrpSpPr/>
          <p:nvPr/>
        </p:nvGrpSpPr>
        <p:grpSpPr>
          <a:xfrm>
            <a:off x="14143346" y="5635437"/>
            <a:ext cx="15942208" cy="6595364"/>
            <a:chOff x="25724539" y="11649581"/>
            <a:chExt cx="15942208" cy="6595364"/>
          </a:xfrm>
        </p:grpSpPr>
        <p:sp>
          <p:nvSpPr>
            <p:cNvPr id="220" name="Google Shape;220;p1"/>
            <p:cNvSpPr txBox="1"/>
            <p:nvPr/>
          </p:nvSpPr>
          <p:spPr>
            <a:xfrm>
              <a:off x="25724539" y="11649581"/>
              <a:ext cx="15942208" cy="1015655"/>
            </a:xfrm>
            <a:prstGeom prst="rect">
              <a:avLst/>
            </a:prstGeom>
            <a:solidFill>
              <a:srgbClr val="9CC2E5"/>
            </a:solidFill>
            <a:ln>
              <a:noFill/>
            </a:ln>
          </p:spPr>
          <p:txBody>
            <a:bodyPr anchorCtr="0" anchor="ctr" bIns="91425" lIns="91425" spcFirstLastPara="1" rIns="91425" wrap="square" tIns="91425">
              <a:spAutoFit/>
            </a:bodyPr>
            <a:lstStyle/>
            <a:p>
              <a:pPr indent="0" lvl="0" marL="0" marR="0" rtl="0" algn="ctr">
                <a:spcBef>
                  <a:spcPts val="0"/>
                </a:spcBef>
                <a:spcAft>
                  <a:spcPts val="0"/>
                </a:spcAft>
                <a:buClr>
                  <a:schemeClr val="dk1"/>
                </a:buClr>
                <a:buSzPts val="5400"/>
                <a:buFont typeface="Arial"/>
                <a:buNone/>
              </a:pPr>
              <a:r>
                <a:rPr b="1" lang="en-US" sz="5400" u="sng">
                  <a:solidFill>
                    <a:schemeClr val="dk1"/>
                  </a:solidFill>
                  <a:latin typeface="Calibri"/>
                  <a:ea typeface="Calibri"/>
                  <a:cs typeface="Calibri"/>
                  <a:sym typeface="Calibri"/>
                </a:rPr>
                <a:t>Phase I: Foundations</a:t>
              </a:r>
              <a:endParaRPr/>
            </a:p>
          </p:txBody>
        </p:sp>
        <p:sp>
          <p:nvSpPr>
            <p:cNvPr id="221" name="Google Shape;221;p1"/>
            <p:cNvSpPr txBox="1"/>
            <p:nvPr/>
          </p:nvSpPr>
          <p:spPr>
            <a:xfrm>
              <a:off x="25884034" y="12522145"/>
              <a:ext cx="15519300" cy="5722800"/>
            </a:xfrm>
            <a:prstGeom prst="rect">
              <a:avLst/>
            </a:prstGeom>
            <a:noFill/>
            <a:ln>
              <a:noFill/>
            </a:ln>
          </p:spPr>
          <p:txBody>
            <a:bodyPr anchorCtr="0" anchor="t" bIns="228575" lIns="228575" spcFirstLastPara="1" rIns="228575" wrap="square" tIns="228575">
              <a:spAutoFit/>
            </a:bodyPr>
            <a:lstStyle/>
            <a:p>
              <a:pPr indent="0" lvl="0" marL="0" rtl="0" algn="l">
                <a:lnSpc>
                  <a:spcPct val="115000"/>
                </a:lnSpc>
                <a:spcBef>
                  <a:spcPts val="1200"/>
                </a:spcBef>
                <a:spcAft>
                  <a:spcPts val="0"/>
                </a:spcAft>
                <a:buNone/>
              </a:pPr>
              <a:r>
                <a:rPr i="1" lang="en-US" sz="4200">
                  <a:solidFill>
                    <a:schemeClr val="dk1"/>
                  </a:solidFill>
                  <a:latin typeface="Times New Roman"/>
                  <a:ea typeface="Times New Roman"/>
                  <a:cs typeface="Times New Roman"/>
                  <a:sym typeface="Times New Roman"/>
                </a:rPr>
                <a:t>End-to-End Model Deployment on Google Vertex AI</a:t>
              </a:r>
              <a:endParaRPr i="1" sz="4200">
                <a:solidFill>
                  <a:schemeClr val="dk1"/>
                </a:solidFill>
                <a:latin typeface="Times New Roman"/>
                <a:ea typeface="Times New Roman"/>
                <a:cs typeface="Times New Roman"/>
                <a:sym typeface="Times New Roman"/>
              </a:endParaRPr>
            </a:p>
            <a:p>
              <a:pPr indent="-495300" lvl="0" marL="457200" rtl="0" algn="l">
                <a:lnSpc>
                  <a:spcPct val="115000"/>
                </a:lnSpc>
                <a:spcBef>
                  <a:spcPts val="1200"/>
                </a:spcBef>
                <a:spcAft>
                  <a:spcPts val="0"/>
                </a:spcAft>
                <a:buClr>
                  <a:schemeClr val="dk1"/>
                </a:buClr>
                <a:buSzPts val="4200"/>
                <a:buChar char="●"/>
              </a:pPr>
              <a:r>
                <a:rPr b="1" lang="en-US" sz="4200">
                  <a:solidFill>
                    <a:schemeClr val="dk1"/>
                  </a:solidFill>
                  <a:latin typeface="Times New Roman"/>
                  <a:ea typeface="Times New Roman"/>
                  <a:cs typeface="Times New Roman"/>
                  <a:sym typeface="Times New Roman"/>
                </a:rPr>
                <a:t>Objective:</a:t>
              </a:r>
              <a:r>
                <a:rPr lang="en-US" sz="4200">
                  <a:solidFill>
                    <a:schemeClr val="dk1"/>
                  </a:solidFill>
                  <a:latin typeface="Times New Roman"/>
                  <a:ea typeface="Times New Roman"/>
                  <a:cs typeface="Times New Roman"/>
                  <a:sym typeface="Times New Roman"/>
                </a:rPr>
                <a:t> Train, register, and deploy a scikit-learn RandomForest model (Iris dataset) to a live Vertex AI endpoint.</a:t>
              </a:r>
              <a:endParaRPr sz="4200">
                <a:solidFill>
                  <a:schemeClr val="dk1"/>
                </a:solidFill>
                <a:latin typeface="Times New Roman"/>
                <a:ea typeface="Times New Roman"/>
                <a:cs typeface="Times New Roman"/>
                <a:sym typeface="Times New Roman"/>
              </a:endParaRPr>
            </a:p>
            <a:p>
              <a:pPr indent="-495300" lvl="0" marL="457200" rtl="0" algn="l">
                <a:lnSpc>
                  <a:spcPct val="115000"/>
                </a:lnSpc>
                <a:spcBef>
                  <a:spcPts val="0"/>
                </a:spcBef>
                <a:spcAft>
                  <a:spcPts val="0"/>
                </a:spcAft>
                <a:buClr>
                  <a:schemeClr val="dk1"/>
                </a:buClr>
                <a:buSzPts val="4200"/>
                <a:buFont typeface="Times New Roman"/>
                <a:buChar char="●"/>
              </a:pPr>
              <a:r>
                <a:rPr b="1" lang="en-US" sz="4200">
                  <a:solidFill>
                    <a:schemeClr val="dk1"/>
                  </a:solidFill>
                  <a:latin typeface="Times New Roman"/>
                  <a:ea typeface="Times New Roman"/>
                  <a:cs typeface="Times New Roman"/>
                  <a:sym typeface="Times New Roman"/>
                </a:rPr>
                <a:t>Key Takeaways:</a:t>
              </a:r>
              <a:endParaRPr b="1" sz="4200">
                <a:solidFill>
                  <a:schemeClr val="dk1"/>
                </a:solidFill>
                <a:latin typeface="Times New Roman"/>
                <a:ea typeface="Times New Roman"/>
                <a:cs typeface="Times New Roman"/>
                <a:sym typeface="Times New Roman"/>
              </a:endParaRPr>
            </a:p>
            <a:p>
              <a:pPr indent="-495300" lvl="1" marL="914400" rtl="0" algn="l">
                <a:lnSpc>
                  <a:spcPct val="115000"/>
                </a:lnSpc>
                <a:spcBef>
                  <a:spcPts val="0"/>
                </a:spcBef>
                <a:spcAft>
                  <a:spcPts val="0"/>
                </a:spcAft>
                <a:buClr>
                  <a:schemeClr val="dk1"/>
                </a:buClr>
                <a:buSzPts val="4200"/>
                <a:buFont typeface="Times New Roman"/>
                <a:buChar char="○"/>
              </a:pPr>
              <a:r>
                <a:rPr lang="en-US" sz="4200">
                  <a:solidFill>
                    <a:schemeClr val="dk1"/>
                  </a:solidFill>
                  <a:latin typeface="Times New Roman"/>
                  <a:ea typeface="Times New Roman"/>
                  <a:cs typeface="Times New Roman"/>
                  <a:sym typeface="Times New Roman"/>
                </a:rPr>
                <a:t>GCP workflow familiarity</a:t>
              </a:r>
              <a:endParaRPr sz="4200">
                <a:solidFill>
                  <a:schemeClr val="dk1"/>
                </a:solidFill>
                <a:latin typeface="Times New Roman"/>
                <a:ea typeface="Times New Roman"/>
                <a:cs typeface="Times New Roman"/>
                <a:sym typeface="Times New Roman"/>
              </a:endParaRPr>
            </a:p>
            <a:p>
              <a:pPr indent="-495300" lvl="1" marL="914400" rtl="0" algn="l">
                <a:lnSpc>
                  <a:spcPct val="115000"/>
                </a:lnSpc>
                <a:spcBef>
                  <a:spcPts val="0"/>
                </a:spcBef>
                <a:spcAft>
                  <a:spcPts val="0"/>
                </a:spcAft>
                <a:buClr>
                  <a:schemeClr val="dk1"/>
                </a:buClr>
                <a:buSzPts val="4200"/>
                <a:buFont typeface="Times New Roman"/>
                <a:buChar char="○"/>
              </a:pPr>
              <a:r>
                <a:rPr lang="en-US" sz="4200">
                  <a:solidFill>
                    <a:schemeClr val="dk1"/>
                  </a:solidFill>
                  <a:latin typeface="Times New Roman"/>
                  <a:ea typeface="Times New Roman"/>
                  <a:cs typeface="Times New Roman"/>
                  <a:sym typeface="Times New Roman"/>
                </a:rPr>
                <a:t>Debugging serialization/version mismatches</a:t>
              </a:r>
              <a:endParaRPr sz="4200">
                <a:solidFill>
                  <a:schemeClr val="dk1"/>
                </a:solidFill>
                <a:latin typeface="Times New Roman"/>
                <a:ea typeface="Times New Roman"/>
                <a:cs typeface="Times New Roman"/>
                <a:sym typeface="Times New Roman"/>
              </a:endParaRPr>
            </a:p>
            <a:p>
              <a:pPr indent="-495300" lvl="1" marL="914400" rtl="0" algn="l">
                <a:lnSpc>
                  <a:spcPct val="115000"/>
                </a:lnSpc>
                <a:spcBef>
                  <a:spcPts val="0"/>
                </a:spcBef>
                <a:spcAft>
                  <a:spcPts val="0"/>
                </a:spcAft>
                <a:buClr>
                  <a:schemeClr val="dk1"/>
                </a:buClr>
                <a:buSzPts val="4200"/>
                <a:buFont typeface="Times New Roman"/>
                <a:buChar char="○"/>
              </a:pPr>
              <a:r>
                <a:rPr lang="en-US" sz="4200">
                  <a:solidFill>
                    <a:schemeClr val="dk1"/>
                  </a:solidFill>
                  <a:latin typeface="Times New Roman"/>
                  <a:ea typeface="Times New Roman"/>
                  <a:cs typeface="Times New Roman"/>
                  <a:sym typeface="Times New Roman"/>
                </a:rPr>
                <a:t>Foundation for distributed model management</a:t>
              </a:r>
              <a:endParaRPr sz="4200">
                <a:solidFill>
                  <a:schemeClr val="dk1"/>
                </a:solidFill>
                <a:latin typeface="Times New Roman"/>
                <a:ea typeface="Times New Roman"/>
                <a:cs typeface="Times New Roman"/>
                <a:sym typeface="Times New Roman"/>
              </a:endParaRPr>
            </a:p>
          </p:txBody>
        </p:sp>
      </p:grpSp>
      <p:sp>
        <p:nvSpPr>
          <p:cNvPr id="222" name="Google Shape;222;p1"/>
          <p:cNvSpPr txBox="1"/>
          <p:nvPr/>
        </p:nvSpPr>
        <p:spPr>
          <a:xfrm>
            <a:off x="14120939" y="20496925"/>
            <a:ext cx="15942300" cy="1015800"/>
          </a:xfrm>
          <a:prstGeom prst="rect">
            <a:avLst/>
          </a:prstGeom>
          <a:solidFill>
            <a:srgbClr val="9CC2E5"/>
          </a:solidFill>
          <a:ln>
            <a:noFill/>
          </a:ln>
        </p:spPr>
        <p:txBody>
          <a:bodyPr anchorCtr="0" anchor="ctr" bIns="91425" lIns="91425" spcFirstLastPara="1" rIns="91425" wrap="square" tIns="91425">
            <a:spAutoFit/>
          </a:bodyPr>
          <a:lstStyle/>
          <a:p>
            <a:pPr indent="0" lvl="0" marL="0" marR="0" rtl="0" algn="ctr">
              <a:spcBef>
                <a:spcPts val="0"/>
              </a:spcBef>
              <a:spcAft>
                <a:spcPts val="0"/>
              </a:spcAft>
              <a:buClr>
                <a:schemeClr val="dk1"/>
              </a:buClr>
              <a:buSzPts val="5400"/>
              <a:buFont typeface="Arial"/>
              <a:buNone/>
            </a:pPr>
            <a:r>
              <a:rPr b="1" lang="en-US" sz="5400" u="sng">
                <a:solidFill>
                  <a:schemeClr val="dk1"/>
                </a:solidFill>
                <a:latin typeface="Calibri"/>
                <a:ea typeface="Calibri"/>
                <a:cs typeface="Calibri"/>
                <a:sym typeface="Calibri"/>
              </a:rPr>
              <a:t>Phase II: TinyLLM Compression Project</a:t>
            </a:r>
            <a:endParaRPr/>
          </a:p>
        </p:txBody>
      </p:sp>
      <p:sp>
        <p:nvSpPr>
          <p:cNvPr id="223" name="Google Shape;223;p1"/>
          <p:cNvSpPr txBox="1"/>
          <p:nvPr/>
        </p:nvSpPr>
        <p:spPr>
          <a:xfrm>
            <a:off x="876307" y="16426552"/>
            <a:ext cx="12937200" cy="1015800"/>
          </a:xfrm>
          <a:prstGeom prst="rect">
            <a:avLst/>
          </a:prstGeom>
          <a:solidFill>
            <a:srgbClr val="9CC2E5"/>
          </a:solidFill>
          <a:ln>
            <a:noFill/>
          </a:ln>
        </p:spPr>
        <p:txBody>
          <a:bodyPr anchorCtr="0" anchor="ctr" bIns="91425" lIns="91425" spcFirstLastPara="1" rIns="91425" wrap="square" tIns="91425">
            <a:spAutoFit/>
          </a:bodyPr>
          <a:lstStyle/>
          <a:p>
            <a:pPr indent="0" lvl="0" marL="0" marR="0" rtl="0" algn="ctr">
              <a:spcBef>
                <a:spcPts val="0"/>
              </a:spcBef>
              <a:spcAft>
                <a:spcPts val="0"/>
              </a:spcAft>
              <a:buClr>
                <a:schemeClr val="dk1"/>
              </a:buClr>
              <a:buSzPts val="5400"/>
              <a:buFont typeface="Arial"/>
              <a:buNone/>
            </a:pPr>
            <a:r>
              <a:rPr b="1" lang="en-US" sz="5400" u="sng">
                <a:solidFill>
                  <a:schemeClr val="dk1"/>
                </a:solidFill>
                <a:latin typeface="Calibri"/>
                <a:ea typeface="Calibri"/>
                <a:cs typeface="Calibri"/>
                <a:sym typeface="Calibri"/>
              </a:rPr>
              <a:t>Problem / Challenge</a:t>
            </a:r>
            <a:endParaRPr/>
          </a:p>
        </p:txBody>
      </p:sp>
      <p:sp>
        <p:nvSpPr>
          <p:cNvPr id="224" name="Google Shape;224;p1"/>
          <p:cNvSpPr txBox="1"/>
          <p:nvPr/>
        </p:nvSpPr>
        <p:spPr>
          <a:xfrm>
            <a:off x="14162138" y="21589599"/>
            <a:ext cx="15876900" cy="7953300"/>
          </a:xfrm>
          <a:prstGeom prst="rect">
            <a:avLst/>
          </a:prstGeom>
          <a:noFill/>
          <a:ln>
            <a:noFill/>
          </a:ln>
        </p:spPr>
        <p:txBody>
          <a:bodyPr anchorCtr="0" anchor="t" bIns="228575" lIns="228575" spcFirstLastPara="1" rIns="228575" wrap="square" tIns="228575">
            <a:spAutoFit/>
          </a:bodyPr>
          <a:lstStyle/>
          <a:p>
            <a:pPr indent="0" lvl="0" marL="0" rtl="0" algn="l">
              <a:lnSpc>
                <a:spcPct val="115000"/>
              </a:lnSpc>
              <a:spcBef>
                <a:spcPts val="1200"/>
              </a:spcBef>
              <a:spcAft>
                <a:spcPts val="0"/>
              </a:spcAft>
              <a:buClr>
                <a:schemeClr val="dk1"/>
              </a:buClr>
              <a:buSzPts val="1100"/>
              <a:buFont typeface="Arial"/>
              <a:buNone/>
            </a:pPr>
            <a:r>
              <a:rPr i="1" lang="en-US" sz="4200">
                <a:solidFill>
                  <a:schemeClr val="dk1"/>
                </a:solidFill>
                <a:latin typeface="Times New Roman"/>
                <a:ea typeface="Times New Roman"/>
                <a:cs typeface="Times New Roman"/>
                <a:sym typeface="Times New Roman"/>
              </a:rPr>
              <a:t>Evaluating Post-Training Quantization for Edge-Ready LLMs</a:t>
            </a:r>
            <a:endParaRPr i="1" sz="4200">
              <a:solidFill>
                <a:schemeClr val="dk1"/>
              </a:solidFill>
              <a:latin typeface="Times New Roman"/>
              <a:ea typeface="Times New Roman"/>
              <a:cs typeface="Times New Roman"/>
              <a:sym typeface="Times New Roman"/>
            </a:endParaRPr>
          </a:p>
          <a:p>
            <a:pPr indent="-495300" lvl="0" marL="457200" rtl="0" algn="l">
              <a:lnSpc>
                <a:spcPct val="115000"/>
              </a:lnSpc>
              <a:spcBef>
                <a:spcPts val="1200"/>
              </a:spcBef>
              <a:spcAft>
                <a:spcPts val="0"/>
              </a:spcAft>
              <a:buClr>
                <a:schemeClr val="dk1"/>
              </a:buClr>
              <a:buSzPts val="4200"/>
              <a:buChar char="●"/>
            </a:pPr>
            <a:r>
              <a:rPr b="1" lang="en-US" sz="4200">
                <a:solidFill>
                  <a:schemeClr val="dk1"/>
                </a:solidFill>
                <a:latin typeface="Times New Roman"/>
                <a:ea typeface="Times New Roman"/>
                <a:cs typeface="Times New Roman"/>
                <a:sym typeface="Times New Roman"/>
              </a:rPr>
              <a:t>Goal:</a:t>
            </a:r>
            <a:r>
              <a:rPr lang="en-US" sz="4200">
                <a:solidFill>
                  <a:schemeClr val="dk1"/>
                </a:solidFill>
                <a:latin typeface="Times New Roman"/>
                <a:ea typeface="Times New Roman"/>
                <a:cs typeface="Times New Roman"/>
                <a:sym typeface="Times New Roman"/>
              </a:rPr>
              <a:t> Apply GPTQ and AWQ to Phi-3 Mini to enable CPU/embedded inference</a:t>
            </a:r>
            <a:endParaRPr sz="4200">
              <a:solidFill>
                <a:schemeClr val="dk1"/>
              </a:solidFill>
              <a:latin typeface="Times New Roman"/>
              <a:ea typeface="Times New Roman"/>
              <a:cs typeface="Times New Roman"/>
              <a:sym typeface="Times New Roman"/>
            </a:endParaRPr>
          </a:p>
          <a:p>
            <a:pPr indent="-495300" lvl="0" marL="457200" rtl="0" algn="l">
              <a:lnSpc>
                <a:spcPct val="115000"/>
              </a:lnSpc>
              <a:spcBef>
                <a:spcPts val="0"/>
              </a:spcBef>
              <a:spcAft>
                <a:spcPts val="0"/>
              </a:spcAft>
              <a:buClr>
                <a:schemeClr val="dk1"/>
              </a:buClr>
              <a:buSzPts val="4200"/>
              <a:buFont typeface="Times New Roman"/>
              <a:buChar char="●"/>
            </a:pPr>
            <a:r>
              <a:rPr b="1" lang="en-US" sz="4200">
                <a:solidFill>
                  <a:schemeClr val="dk1"/>
                </a:solidFill>
                <a:latin typeface="Times New Roman"/>
                <a:ea typeface="Times New Roman"/>
                <a:cs typeface="Times New Roman"/>
                <a:sym typeface="Times New Roman"/>
              </a:rPr>
              <a:t>Method Overview:</a:t>
            </a:r>
            <a:endParaRPr b="1" sz="4200">
              <a:solidFill>
                <a:schemeClr val="dk1"/>
              </a:solidFill>
              <a:latin typeface="Times New Roman"/>
              <a:ea typeface="Times New Roman"/>
              <a:cs typeface="Times New Roman"/>
              <a:sym typeface="Times New Roman"/>
            </a:endParaRPr>
          </a:p>
          <a:p>
            <a:pPr indent="-495300" lvl="1" marL="914400" rtl="0" algn="l">
              <a:lnSpc>
                <a:spcPct val="115000"/>
              </a:lnSpc>
              <a:spcBef>
                <a:spcPts val="0"/>
              </a:spcBef>
              <a:spcAft>
                <a:spcPts val="0"/>
              </a:spcAft>
              <a:buClr>
                <a:schemeClr val="dk1"/>
              </a:buClr>
              <a:buSzPts val="4200"/>
              <a:buFont typeface="Times New Roman"/>
              <a:buAutoNum type="arabicPeriod"/>
            </a:pPr>
            <a:r>
              <a:rPr lang="en-US" sz="4200">
                <a:solidFill>
                  <a:schemeClr val="dk1"/>
                </a:solidFill>
                <a:latin typeface="Times New Roman"/>
                <a:ea typeface="Times New Roman"/>
                <a:cs typeface="Times New Roman"/>
                <a:sym typeface="Times New Roman"/>
              </a:rPr>
              <a:t>Prepare datasets (WikiText-103, MMLU subset)</a:t>
            </a:r>
            <a:endParaRPr sz="4200">
              <a:solidFill>
                <a:schemeClr val="dk1"/>
              </a:solidFill>
              <a:latin typeface="Times New Roman"/>
              <a:ea typeface="Times New Roman"/>
              <a:cs typeface="Times New Roman"/>
              <a:sym typeface="Times New Roman"/>
            </a:endParaRPr>
          </a:p>
          <a:p>
            <a:pPr indent="-495300" lvl="1" marL="914400" rtl="0" algn="l">
              <a:lnSpc>
                <a:spcPct val="115000"/>
              </a:lnSpc>
              <a:spcBef>
                <a:spcPts val="0"/>
              </a:spcBef>
              <a:spcAft>
                <a:spcPts val="0"/>
              </a:spcAft>
              <a:buClr>
                <a:schemeClr val="dk1"/>
              </a:buClr>
              <a:buSzPts val="4200"/>
              <a:buFont typeface="Times New Roman"/>
              <a:buAutoNum type="arabicPeriod"/>
            </a:pPr>
            <a:r>
              <a:rPr lang="en-US" sz="4200">
                <a:solidFill>
                  <a:schemeClr val="dk1"/>
                </a:solidFill>
                <a:latin typeface="Times New Roman"/>
                <a:ea typeface="Times New Roman"/>
                <a:cs typeface="Times New Roman"/>
                <a:sym typeface="Times New Roman"/>
              </a:rPr>
              <a:t>Quantize → 4-bit versions</a:t>
            </a:r>
            <a:endParaRPr sz="4200">
              <a:solidFill>
                <a:schemeClr val="dk1"/>
              </a:solidFill>
              <a:latin typeface="Times New Roman"/>
              <a:ea typeface="Times New Roman"/>
              <a:cs typeface="Times New Roman"/>
              <a:sym typeface="Times New Roman"/>
            </a:endParaRPr>
          </a:p>
          <a:p>
            <a:pPr indent="-495300" lvl="1" marL="914400" rtl="0" algn="l">
              <a:lnSpc>
                <a:spcPct val="115000"/>
              </a:lnSpc>
              <a:spcBef>
                <a:spcPts val="0"/>
              </a:spcBef>
              <a:spcAft>
                <a:spcPts val="0"/>
              </a:spcAft>
              <a:buClr>
                <a:schemeClr val="dk1"/>
              </a:buClr>
              <a:buSzPts val="4200"/>
              <a:buFont typeface="Times New Roman"/>
              <a:buAutoNum type="arabicPeriod"/>
            </a:pPr>
            <a:r>
              <a:rPr lang="en-US" sz="4200">
                <a:solidFill>
                  <a:schemeClr val="dk1"/>
                </a:solidFill>
                <a:latin typeface="Times New Roman"/>
                <a:ea typeface="Times New Roman"/>
                <a:cs typeface="Times New Roman"/>
                <a:sym typeface="Times New Roman"/>
              </a:rPr>
              <a:t>Evaluate latency / perplexity / accuracy / memory footprint</a:t>
            </a:r>
            <a:endParaRPr sz="4200">
              <a:solidFill>
                <a:schemeClr val="dk1"/>
              </a:solidFill>
              <a:latin typeface="Times New Roman"/>
              <a:ea typeface="Times New Roman"/>
              <a:cs typeface="Times New Roman"/>
              <a:sym typeface="Times New Roman"/>
            </a:endParaRPr>
          </a:p>
          <a:p>
            <a:pPr indent="-495300" lvl="0" marL="457200" rtl="0" algn="l">
              <a:lnSpc>
                <a:spcPct val="115000"/>
              </a:lnSpc>
              <a:spcBef>
                <a:spcPts val="0"/>
              </a:spcBef>
              <a:spcAft>
                <a:spcPts val="0"/>
              </a:spcAft>
              <a:buClr>
                <a:schemeClr val="dk1"/>
              </a:buClr>
              <a:buSzPts val="4200"/>
              <a:buChar char="●"/>
            </a:pPr>
            <a:r>
              <a:rPr b="1" lang="en-US" sz="4200">
                <a:solidFill>
                  <a:schemeClr val="dk1"/>
                </a:solidFill>
                <a:latin typeface="Times New Roman"/>
                <a:ea typeface="Times New Roman"/>
                <a:cs typeface="Times New Roman"/>
                <a:sym typeface="Times New Roman"/>
              </a:rPr>
              <a:t>Stretch:</a:t>
            </a:r>
            <a:r>
              <a:rPr lang="en-US" sz="4200">
                <a:solidFill>
                  <a:schemeClr val="dk1"/>
                </a:solidFill>
                <a:latin typeface="Times New Roman"/>
                <a:ea typeface="Times New Roman"/>
                <a:cs typeface="Times New Roman"/>
                <a:sym typeface="Times New Roman"/>
              </a:rPr>
              <a:t> Add SparseGPT pruning for further compression.</a:t>
            </a:r>
            <a:endParaRPr sz="4200">
              <a:solidFill>
                <a:schemeClr val="dk1"/>
              </a:solidFill>
              <a:latin typeface="Times New Roman"/>
              <a:ea typeface="Times New Roman"/>
              <a:cs typeface="Times New Roman"/>
              <a:sym typeface="Times New Roman"/>
            </a:endParaRPr>
          </a:p>
          <a:p>
            <a:pPr indent="-495300" lvl="0" marL="457200" rtl="0" algn="l">
              <a:lnSpc>
                <a:spcPct val="115000"/>
              </a:lnSpc>
              <a:spcBef>
                <a:spcPts val="0"/>
              </a:spcBef>
              <a:spcAft>
                <a:spcPts val="0"/>
              </a:spcAft>
              <a:buClr>
                <a:schemeClr val="dk1"/>
              </a:buClr>
              <a:buSzPts val="4200"/>
              <a:buChar char="●"/>
            </a:pPr>
            <a:r>
              <a:rPr b="1" lang="en-US" sz="4200">
                <a:solidFill>
                  <a:schemeClr val="dk1"/>
                </a:solidFill>
                <a:latin typeface="Times New Roman"/>
                <a:ea typeface="Times New Roman"/>
                <a:cs typeface="Times New Roman"/>
                <a:sym typeface="Times New Roman"/>
              </a:rPr>
              <a:t>Outcome:</a:t>
            </a:r>
            <a:r>
              <a:rPr lang="en-US" sz="4200">
                <a:solidFill>
                  <a:schemeClr val="dk1"/>
                </a:solidFill>
                <a:latin typeface="Times New Roman"/>
                <a:ea typeface="Times New Roman"/>
                <a:cs typeface="Times New Roman"/>
                <a:sym typeface="Times New Roman"/>
              </a:rPr>
              <a:t> Portable CPU-runnable build (GGUF model) → runs locally via llama.cpp</a:t>
            </a:r>
            <a:endParaRPr sz="4200">
              <a:solidFill>
                <a:schemeClr val="dk1"/>
              </a:solidFill>
              <a:latin typeface="Times New Roman"/>
              <a:ea typeface="Times New Roman"/>
              <a:cs typeface="Times New Roman"/>
              <a:sym typeface="Times New Roman"/>
            </a:endParaRPr>
          </a:p>
        </p:txBody>
      </p:sp>
      <p:sp>
        <p:nvSpPr>
          <p:cNvPr id="225" name="Google Shape;225;p1"/>
          <p:cNvSpPr txBox="1"/>
          <p:nvPr/>
        </p:nvSpPr>
        <p:spPr>
          <a:xfrm>
            <a:off x="30284325" y="5632150"/>
            <a:ext cx="13062600" cy="1847100"/>
          </a:xfrm>
          <a:prstGeom prst="rect">
            <a:avLst/>
          </a:prstGeom>
          <a:solidFill>
            <a:srgbClr val="9CC2E5"/>
          </a:solidFill>
          <a:ln>
            <a:noFill/>
          </a:ln>
        </p:spPr>
        <p:txBody>
          <a:bodyPr anchorCtr="0" anchor="ctr" bIns="91425" lIns="91425" spcFirstLastPara="1" rIns="91425" wrap="square" tIns="91425">
            <a:spAutoFit/>
          </a:bodyPr>
          <a:lstStyle/>
          <a:p>
            <a:pPr indent="0" lvl="0" marL="0" marR="0" rtl="0" algn="ctr">
              <a:spcBef>
                <a:spcPts val="0"/>
              </a:spcBef>
              <a:spcAft>
                <a:spcPts val="0"/>
              </a:spcAft>
              <a:buClr>
                <a:schemeClr val="dk1"/>
              </a:buClr>
              <a:buSzPts val="5400"/>
              <a:buFont typeface="Arial"/>
              <a:buNone/>
            </a:pPr>
            <a:r>
              <a:rPr b="1" lang="en-US" sz="5400" u="sng">
                <a:solidFill>
                  <a:schemeClr val="dk1"/>
                </a:solidFill>
                <a:latin typeface="Calibri"/>
                <a:ea typeface="Calibri"/>
                <a:cs typeface="Calibri"/>
                <a:sym typeface="Calibri"/>
              </a:rPr>
              <a:t>Phase III (Future Direction): Simulated Edge Network &amp; Healthcare Vision</a:t>
            </a:r>
            <a:endParaRPr/>
          </a:p>
        </p:txBody>
      </p:sp>
      <p:sp>
        <p:nvSpPr>
          <p:cNvPr id="226" name="Google Shape;226;p1"/>
          <p:cNvSpPr txBox="1"/>
          <p:nvPr/>
        </p:nvSpPr>
        <p:spPr>
          <a:xfrm>
            <a:off x="30315691" y="23467873"/>
            <a:ext cx="13062600" cy="1015800"/>
          </a:xfrm>
          <a:prstGeom prst="rect">
            <a:avLst/>
          </a:prstGeom>
          <a:solidFill>
            <a:srgbClr val="9CC2E5"/>
          </a:solidFill>
          <a:ln>
            <a:noFill/>
          </a:ln>
        </p:spPr>
        <p:txBody>
          <a:bodyPr anchorCtr="0" anchor="ctr" bIns="91425" lIns="91425" spcFirstLastPara="1" rIns="91425" wrap="square" tIns="91425">
            <a:spAutoFit/>
          </a:bodyPr>
          <a:lstStyle/>
          <a:p>
            <a:pPr indent="0" lvl="0" marL="0" marR="0" rtl="0" algn="ctr">
              <a:spcBef>
                <a:spcPts val="0"/>
              </a:spcBef>
              <a:spcAft>
                <a:spcPts val="0"/>
              </a:spcAft>
              <a:buClr>
                <a:schemeClr val="dk1"/>
              </a:buClr>
              <a:buSzPts val="5400"/>
              <a:buFont typeface="Arial"/>
              <a:buNone/>
            </a:pPr>
            <a:r>
              <a:rPr b="1" lang="en-US" sz="5400" u="sng">
                <a:solidFill>
                  <a:schemeClr val="dk1"/>
                </a:solidFill>
                <a:latin typeface="Calibri"/>
                <a:ea typeface="Calibri"/>
                <a:cs typeface="Calibri"/>
                <a:sym typeface="Calibri"/>
              </a:rPr>
              <a:t>References</a:t>
            </a:r>
            <a:endParaRPr/>
          </a:p>
        </p:txBody>
      </p:sp>
      <p:sp>
        <p:nvSpPr>
          <p:cNvPr id="227" name="Google Shape;227;p1"/>
          <p:cNvSpPr txBox="1"/>
          <p:nvPr/>
        </p:nvSpPr>
        <p:spPr>
          <a:xfrm>
            <a:off x="30230353" y="7485470"/>
            <a:ext cx="13233300" cy="15387600"/>
          </a:xfrm>
          <a:prstGeom prst="rect">
            <a:avLst/>
          </a:prstGeom>
          <a:noFill/>
          <a:ln>
            <a:noFill/>
          </a:ln>
        </p:spPr>
        <p:txBody>
          <a:bodyPr anchorCtr="0" anchor="t" bIns="228575" lIns="228575" spcFirstLastPara="1" rIns="228575" wrap="square" tIns="228575">
            <a:spAutoFit/>
          </a:bodyPr>
          <a:lstStyle/>
          <a:p>
            <a:pPr indent="0" lvl="0" marL="0" rtl="0" algn="l">
              <a:lnSpc>
                <a:spcPct val="115000"/>
              </a:lnSpc>
              <a:spcBef>
                <a:spcPts val="1200"/>
              </a:spcBef>
              <a:spcAft>
                <a:spcPts val="0"/>
              </a:spcAft>
              <a:buNone/>
            </a:pPr>
            <a:r>
              <a:rPr i="1" lang="en-US" sz="4200">
                <a:solidFill>
                  <a:schemeClr val="dk1"/>
                </a:solidFill>
                <a:latin typeface="Times New Roman"/>
                <a:ea typeface="Times New Roman"/>
                <a:cs typeface="Times New Roman"/>
                <a:sym typeface="Times New Roman"/>
              </a:rPr>
              <a:t>Edge-RAG for Personalized Health Intelligence</a:t>
            </a:r>
            <a:endParaRPr i="1" sz="4200">
              <a:solidFill>
                <a:schemeClr val="dk1"/>
              </a:solidFill>
              <a:latin typeface="Times New Roman"/>
              <a:ea typeface="Times New Roman"/>
              <a:cs typeface="Times New Roman"/>
              <a:sym typeface="Times New Roman"/>
            </a:endParaRPr>
          </a:p>
          <a:p>
            <a:pPr indent="-495300" lvl="0" marL="457200" rtl="0" algn="l">
              <a:lnSpc>
                <a:spcPct val="115000"/>
              </a:lnSpc>
              <a:spcBef>
                <a:spcPts val="1200"/>
              </a:spcBef>
              <a:spcAft>
                <a:spcPts val="0"/>
              </a:spcAft>
              <a:buClr>
                <a:schemeClr val="dk1"/>
              </a:buClr>
              <a:buSzPts val="4200"/>
              <a:buChar char="●"/>
            </a:pPr>
            <a:r>
              <a:rPr b="1" lang="en-US" sz="4200">
                <a:solidFill>
                  <a:schemeClr val="dk1"/>
                </a:solidFill>
                <a:latin typeface="Times New Roman"/>
                <a:ea typeface="Times New Roman"/>
                <a:cs typeface="Times New Roman"/>
                <a:sym typeface="Times New Roman"/>
              </a:rPr>
              <a:t>Concept:</a:t>
            </a:r>
            <a:r>
              <a:rPr lang="en-US" sz="4200">
                <a:solidFill>
                  <a:schemeClr val="dk1"/>
                </a:solidFill>
                <a:latin typeface="Times New Roman"/>
                <a:ea typeface="Times New Roman"/>
                <a:cs typeface="Times New Roman"/>
                <a:sym typeface="Times New Roman"/>
              </a:rPr>
              <a:t> A network of embedded LLMs (each running a compressed TinyLLM) collaborating through local feedback loops.</a:t>
            </a:r>
            <a:endParaRPr sz="4200">
              <a:solidFill>
                <a:schemeClr val="dk1"/>
              </a:solidFill>
              <a:latin typeface="Times New Roman"/>
              <a:ea typeface="Times New Roman"/>
              <a:cs typeface="Times New Roman"/>
              <a:sym typeface="Times New Roman"/>
            </a:endParaRPr>
          </a:p>
          <a:p>
            <a:pPr indent="-495300" lvl="0" marL="457200" rtl="0" algn="l">
              <a:lnSpc>
                <a:spcPct val="115000"/>
              </a:lnSpc>
              <a:spcBef>
                <a:spcPts val="0"/>
              </a:spcBef>
              <a:spcAft>
                <a:spcPts val="0"/>
              </a:spcAft>
              <a:buClr>
                <a:schemeClr val="dk1"/>
              </a:buClr>
              <a:buSzPts val="4200"/>
              <a:buFont typeface="Times New Roman"/>
              <a:buChar char="●"/>
            </a:pPr>
            <a:r>
              <a:rPr b="1" lang="en-US" sz="4200">
                <a:solidFill>
                  <a:schemeClr val="dk1"/>
                </a:solidFill>
                <a:latin typeface="Times New Roman"/>
                <a:ea typeface="Times New Roman"/>
                <a:cs typeface="Times New Roman"/>
                <a:sym typeface="Times New Roman"/>
              </a:rPr>
              <a:t>Simulation Goals:</a:t>
            </a:r>
            <a:endParaRPr b="1" sz="4200">
              <a:solidFill>
                <a:schemeClr val="dk1"/>
              </a:solidFill>
              <a:latin typeface="Times New Roman"/>
              <a:ea typeface="Times New Roman"/>
              <a:cs typeface="Times New Roman"/>
              <a:sym typeface="Times New Roman"/>
            </a:endParaRPr>
          </a:p>
          <a:p>
            <a:pPr indent="-495300" lvl="1" marL="914400" rtl="0" algn="l">
              <a:lnSpc>
                <a:spcPct val="115000"/>
              </a:lnSpc>
              <a:spcBef>
                <a:spcPts val="0"/>
              </a:spcBef>
              <a:spcAft>
                <a:spcPts val="0"/>
              </a:spcAft>
              <a:buClr>
                <a:schemeClr val="dk1"/>
              </a:buClr>
              <a:buSzPts val="4200"/>
              <a:buFont typeface="Times New Roman"/>
              <a:buChar char="○"/>
            </a:pPr>
            <a:r>
              <a:rPr lang="en-US" sz="4200">
                <a:solidFill>
                  <a:schemeClr val="dk1"/>
                </a:solidFill>
                <a:latin typeface="Times New Roman"/>
                <a:ea typeface="Times New Roman"/>
                <a:cs typeface="Times New Roman"/>
                <a:sym typeface="Times New Roman"/>
              </a:rPr>
              <a:t>Emulate multi-device data flows (wearables, mobile app, home monitor)</a:t>
            </a:r>
            <a:endParaRPr sz="4200">
              <a:solidFill>
                <a:schemeClr val="dk1"/>
              </a:solidFill>
              <a:latin typeface="Times New Roman"/>
              <a:ea typeface="Times New Roman"/>
              <a:cs typeface="Times New Roman"/>
              <a:sym typeface="Times New Roman"/>
            </a:endParaRPr>
          </a:p>
          <a:p>
            <a:pPr indent="-495300" lvl="1" marL="914400" rtl="0" algn="l">
              <a:lnSpc>
                <a:spcPct val="115000"/>
              </a:lnSpc>
              <a:spcBef>
                <a:spcPts val="0"/>
              </a:spcBef>
              <a:spcAft>
                <a:spcPts val="0"/>
              </a:spcAft>
              <a:buClr>
                <a:schemeClr val="dk1"/>
              </a:buClr>
              <a:buSzPts val="4200"/>
              <a:buFont typeface="Times New Roman"/>
              <a:buChar char="○"/>
            </a:pPr>
            <a:r>
              <a:rPr lang="en-US" sz="4200">
                <a:solidFill>
                  <a:schemeClr val="dk1"/>
                </a:solidFill>
                <a:latin typeface="Times New Roman"/>
                <a:ea typeface="Times New Roman"/>
                <a:cs typeface="Times New Roman"/>
                <a:sym typeface="Times New Roman"/>
              </a:rPr>
              <a:t>Each node runs quantized LLM with RAG component</a:t>
            </a:r>
            <a:endParaRPr sz="4200">
              <a:solidFill>
                <a:schemeClr val="dk1"/>
              </a:solidFill>
              <a:latin typeface="Times New Roman"/>
              <a:ea typeface="Times New Roman"/>
              <a:cs typeface="Times New Roman"/>
              <a:sym typeface="Times New Roman"/>
            </a:endParaRPr>
          </a:p>
          <a:p>
            <a:pPr indent="-495300" lvl="1" marL="914400" rtl="0" algn="l">
              <a:lnSpc>
                <a:spcPct val="115000"/>
              </a:lnSpc>
              <a:spcBef>
                <a:spcPts val="0"/>
              </a:spcBef>
              <a:spcAft>
                <a:spcPts val="0"/>
              </a:spcAft>
              <a:buClr>
                <a:schemeClr val="dk1"/>
              </a:buClr>
              <a:buSzPts val="4200"/>
              <a:buFont typeface="Times New Roman"/>
              <a:buChar char="○"/>
            </a:pPr>
            <a:r>
              <a:rPr lang="en-US" sz="4200">
                <a:solidFill>
                  <a:schemeClr val="dk1"/>
                </a:solidFill>
                <a:latin typeface="Times New Roman"/>
                <a:ea typeface="Times New Roman"/>
                <a:cs typeface="Times New Roman"/>
                <a:sym typeface="Times New Roman"/>
              </a:rPr>
              <a:t>Periodic knowledge exchange without cloud dependency</a:t>
            </a:r>
            <a:endParaRPr sz="4200">
              <a:solidFill>
                <a:schemeClr val="dk1"/>
              </a:solidFill>
              <a:latin typeface="Times New Roman"/>
              <a:ea typeface="Times New Roman"/>
              <a:cs typeface="Times New Roman"/>
              <a:sym typeface="Times New Roman"/>
            </a:endParaRPr>
          </a:p>
          <a:p>
            <a:pPr indent="-495300" lvl="0" marL="457200" rtl="0" algn="l">
              <a:lnSpc>
                <a:spcPct val="115000"/>
              </a:lnSpc>
              <a:spcBef>
                <a:spcPts val="0"/>
              </a:spcBef>
              <a:spcAft>
                <a:spcPts val="0"/>
              </a:spcAft>
              <a:buClr>
                <a:schemeClr val="dk1"/>
              </a:buClr>
              <a:buSzPts val="4200"/>
              <a:buFont typeface="Times New Roman"/>
              <a:buChar char="●"/>
            </a:pPr>
            <a:r>
              <a:rPr b="1" lang="en-US" sz="4200">
                <a:solidFill>
                  <a:schemeClr val="dk1"/>
                </a:solidFill>
                <a:latin typeface="Times New Roman"/>
                <a:ea typeface="Times New Roman"/>
                <a:cs typeface="Times New Roman"/>
                <a:sym typeface="Times New Roman"/>
              </a:rPr>
              <a:t>Healthcare Use Case:</a:t>
            </a:r>
            <a:endParaRPr b="1" sz="4200">
              <a:solidFill>
                <a:schemeClr val="dk1"/>
              </a:solidFill>
              <a:latin typeface="Times New Roman"/>
              <a:ea typeface="Times New Roman"/>
              <a:cs typeface="Times New Roman"/>
              <a:sym typeface="Times New Roman"/>
            </a:endParaRPr>
          </a:p>
          <a:p>
            <a:pPr indent="-495300" lvl="1" marL="914400" rtl="0" algn="l">
              <a:lnSpc>
                <a:spcPct val="115000"/>
              </a:lnSpc>
              <a:spcBef>
                <a:spcPts val="0"/>
              </a:spcBef>
              <a:spcAft>
                <a:spcPts val="0"/>
              </a:spcAft>
              <a:buClr>
                <a:schemeClr val="dk1"/>
              </a:buClr>
              <a:buSzPts val="4200"/>
              <a:buFont typeface="Times New Roman"/>
              <a:buChar char="○"/>
            </a:pPr>
            <a:r>
              <a:rPr lang="en-US" sz="4200">
                <a:solidFill>
                  <a:schemeClr val="dk1"/>
                </a:solidFill>
                <a:latin typeface="Times New Roman"/>
                <a:ea typeface="Times New Roman"/>
                <a:cs typeface="Times New Roman"/>
                <a:sym typeface="Times New Roman"/>
              </a:rPr>
              <a:t>Aggregates signals from multiple edge devices (heart rate, sleep, activity)</a:t>
            </a:r>
            <a:endParaRPr sz="4200">
              <a:solidFill>
                <a:schemeClr val="dk1"/>
              </a:solidFill>
              <a:latin typeface="Times New Roman"/>
              <a:ea typeface="Times New Roman"/>
              <a:cs typeface="Times New Roman"/>
              <a:sym typeface="Times New Roman"/>
            </a:endParaRPr>
          </a:p>
          <a:p>
            <a:pPr indent="-495300" lvl="1" marL="914400" rtl="0" algn="l">
              <a:lnSpc>
                <a:spcPct val="115000"/>
              </a:lnSpc>
              <a:spcBef>
                <a:spcPts val="0"/>
              </a:spcBef>
              <a:spcAft>
                <a:spcPts val="0"/>
              </a:spcAft>
              <a:buClr>
                <a:schemeClr val="dk1"/>
              </a:buClr>
              <a:buSzPts val="4200"/>
              <a:buFont typeface="Times New Roman"/>
              <a:buChar char="○"/>
            </a:pPr>
            <a:r>
              <a:rPr lang="en-US" sz="4200">
                <a:solidFill>
                  <a:schemeClr val="dk1"/>
                </a:solidFill>
                <a:latin typeface="Times New Roman"/>
                <a:ea typeface="Times New Roman"/>
                <a:cs typeface="Times New Roman"/>
                <a:sym typeface="Times New Roman"/>
              </a:rPr>
              <a:t>Synthesizes personalized insights across devices → holistic health view</a:t>
            </a:r>
            <a:endParaRPr sz="4200">
              <a:solidFill>
                <a:schemeClr val="dk1"/>
              </a:solidFill>
              <a:latin typeface="Times New Roman"/>
              <a:ea typeface="Times New Roman"/>
              <a:cs typeface="Times New Roman"/>
              <a:sym typeface="Times New Roman"/>
            </a:endParaRPr>
          </a:p>
          <a:p>
            <a:pPr indent="-495300" lvl="0" marL="457200" rtl="0" algn="l">
              <a:lnSpc>
                <a:spcPct val="115000"/>
              </a:lnSpc>
              <a:spcBef>
                <a:spcPts val="0"/>
              </a:spcBef>
              <a:spcAft>
                <a:spcPts val="0"/>
              </a:spcAft>
              <a:buClr>
                <a:schemeClr val="dk1"/>
              </a:buClr>
              <a:buSzPts val="4200"/>
              <a:buFont typeface="Times New Roman"/>
              <a:buChar char="●"/>
            </a:pPr>
            <a:r>
              <a:rPr b="1" lang="en-US" sz="4200">
                <a:solidFill>
                  <a:schemeClr val="dk1"/>
                </a:solidFill>
                <a:latin typeface="Times New Roman"/>
                <a:ea typeface="Times New Roman"/>
                <a:cs typeface="Times New Roman"/>
                <a:sym typeface="Times New Roman"/>
              </a:rPr>
              <a:t>Future Steps:</a:t>
            </a:r>
            <a:endParaRPr b="1" sz="4200">
              <a:solidFill>
                <a:schemeClr val="dk1"/>
              </a:solidFill>
              <a:latin typeface="Times New Roman"/>
              <a:ea typeface="Times New Roman"/>
              <a:cs typeface="Times New Roman"/>
              <a:sym typeface="Times New Roman"/>
            </a:endParaRPr>
          </a:p>
          <a:p>
            <a:pPr indent="-495300" lvl="1" marL="914400" rtl="0" algn="l">
              <a:lnSpc>
                <a:spcPct val="115000"/>
              </a:lnSpc>
              <a:spcBef>
                <a:spcPts val="0"/>
              </a:spcBef>
              <a:spcAft>
                <a:spcPts val="0"/>
              </a:spcAft>
              <a:buClr>
                <a:schemeClr val="dk1"/>
              </a:buClr>
              <a:buSzPts val="4200"/>
              <a:buFont typeface="Times New Roman"/>
              <a:buChar char="○"/>
            </a:pPr>
            <a:r>
              <a:rPr lang="en-US" sz="4200">
                <a:solidFill>
                  <a:schemeClr val="dk1"/>
                </a:solidFill>
                <a:latin typeface="Times New Roman"/>
                <a:ea typeface="Times New Roman"/>
                <a:cs typeface="Times New Roman"/>
                <a:sym typeface="Times New Roman"/>
              </a:rPr>
              <a:t>Implement multi-node simulation in Vertex AI custom jobs or local containers</a:t>
            </a:r>
            <a:endParaRPr sz="4200">
              <a:solidFill>
                <a:schemeClr val="dk1"/>
              </a:solidFill>
              <a:latin typeface="Times New Roman"/>
              <a:ea typeface="Times New Roman"/>
              <a:cs typeface="Times New Roman"/>
              <a:sym typeface="Times New Roman"/>
            </a:endParaRPr>
          </a:p>
          <a:p>
            <a:pPr indent="-495300" lvl="1" marL="914400" rtl="0" algn="l">
              <a:lnSpc>
                <a:spcPct val="115000"/>
              </a:lnSpc>
              <a:spcBef>
                <a:spcPts val="0"/>
              </a:spcBef>
              <a:spcAft>
                <a:spcPts val="0"/>
              </a:spcAft>
              <a:buClr>
                <a:schemeClr val="dk1"/>
              </a:buClr>
              <a:buSzPts val="4200"/>
              <a:buFont typeface="Times New Roman"/>
              <a:buChar char="○"/>
            </a:pPr>
            <a:r>
              <a:rPr lang="en-US" sz="4200">
                <a:solidFill>
                  <a:schemeClr val="dk1"/>
                </a:solidFill>
                <a:latin typeface="Times New Roman"/>
                <a:ea typeface="Times New Roman"/>
                <a:cs typeface="Times New Roman"/>
                <a:sym typeface="Times New Roman"/>
              </a:rPr>
              <a:t>Explore federated learning integration</a:t>
            </a:r>
            <a:endParaRPr sz="4200">
              <a:solidFill>
                <a:schemeClr val="dk1"/>
              </a:solidFill>
              <a:latin typeface="Times New Roman"/>
              <a:ea typeface="Times New Roman"/>
              <a:cs typeface="Times New Roman"/>
              <a:sym typeface="Times New Roman"/>
            </a:endParaRPr>
          </a:p>
          <a:p>
            <a:pPr indent="-495300" lvl="1" marL="914400" rtl="0" algn="l">
              <a:lnSpc>
                <a:spcPct val="115000"/>
              </a:lnSpc>
              <a:spcBef>
                <a:spcPts val="0"/>
              </a:spcBef>
              <a:spcAft>
                <a:spcPts val="0"/>
              </a:spcAft>
              <a:buClr>
                <a:schemeClr val="dk1"/>
              </a:buClr>
              <a:buSzPts val="4200"/>
              <a:buFont typeface="Times New Roman"/>
              <a:buChar char="○"/>
            </a:pPr>
            <a:r>
              <a:rPr lang="en-US" sz="4200">
                <a:solidFill>
                  <a:schemeClr val="dk1"/>
                </a:solidFill>
                <a:latin typeface="Times New Roman"/>
                <a:ea typeface="Times New Roman"/>
                <a:cs typeface="Times New Roman"/>
                <a:sym typeface="Times New Roman"/>
              </a:rPr>
              <a:t>Evaluate privacy vs accuracy trade-offs</a:t>
            </a:r>
            <a:endParaRPr sz="3600">
              <a:solidFill>
                <a:schemeClr val="dk1"/>
              </a:solidFill>
              <a:latin typeface="Times New Roman"/>
              <a:ea typeface="Times New Roman"/>
              <a:cs typeface="Times New Roman"/>
              <a:sym typeface="Times New Roman"/>
            </a:endParaRPr>
          </a:p>
        </p:txBody>
      </p:sp>
      <p:sp>
        <p:nvSpPr>
          <p:cNvPr id="228" name="Google Shape;228;p1"/>
          <p:cNvSpPr txBox="1"/>
          <p:nvPr/>
        </p:nvSpPr>
        <p:spPr>
          <a:xfrm>
            <a:off x="30221052" y="24579664"/>
            <a:ext cx="13024200" cy="5371800"/>
          </a:xfrm>
          <a:prstGeom prst="rect">
            <a:avLst/>
          </a:prstGeom>
          <a:noFill/>
          <a:ln>
            <a:noFill/>
          </a:ln>
        </p:spPr>
        <p:txBody>
          <a:bodyPr anchorCtr="0" anchor="t" bIns="228575" lIns="228575" spcFirstLastPara="1" rIns="228575" wrap="square" tIns="228575">
            <a:spAutoFit/>
          </a:bodyPr>
          <a:lstStyle/>
          <a:p>
            <a:pPr indent="-298450" lvl="0" marL="342900" marR="0" rtl="0" algn="just">
              <a:spcBef>
                <a:spcPts val="0"/>
              </a:spcBef>
              <a:spcAft>
                <a:spcPts val="0"/>
              </a:spcAft>
              <a:buClr>
                <a:schemeClr val="dk1"/>
              </a:buClr>
              <a:buSzPts val="2900"/>
              <a:buFont typeface="Arial"/>
              <a:buChar char="•"/>
            </a:pPr>
            <a:r>
              <a:rPr lang="en-US" sz="2900">
                <a:solidFill>
                  <a:schemeClr val="dk1"/>
                </a:solidFill>
                <a:latin typeface="Times New Roman"/>
                <a:ea typeface="Times New Roman"/>
                <a:cs typeface="Times New Roman"/>
                <a:sym typeface="Times New Roman"/>
              </a:rPr>
              <a:t>Abdin et al. (2024). Phi-3 Technical Report. arXiv:2404.14219</a:t>
            </a:r>
            <a:endParaRPr sz="2900">
              <a:solidFill>
                <a:schemeClr val="dk1"/>
              </a:solidFill>
              <a:latin typeface="Times New Roman"/>
              <a:ea typeface="Times New Roman"/>
              <a:cs typeface="Times New Roman"/>
              <a:sym typeface="Times New Roman"/>
            </a:endParaRPr>
          </a:p>
          <a:p>
            <a:pPr indent="-298450" lvl="0" marL="342900" marR="0" rtl="0" algn="just">
              <a:spcBef>
                <a:spcPts val="0"/>
              </a:spcBef>
              <a:spcAft>
                <a:spcPts val="0"/>
              </a:spcAft>
              <a:buClr>
                <a:schemeClr val="dk1"/>
              </a:buClr>
              <a:buSzPts val="2900"/>
              <a:buFont typeface="Arial"/>
              <a:buChar char="•"/>
            </a:pPr>
            <a:r>
              <a:rPr lang="en-US" sz="2900">
                <a:solidFill>
                  <a:schemeClr val="dk1"/>
                </a:solidFill>
                <a:latin typeface="Times New Roman"/>
                <a:ea typeface="Times New Roman"/>
                <a:cs typeface="Times New Roman"/>
                <a:sym typeface="Times New Roman"/>
              </a:rPr>
              <a:t>Touvron et al. (2023). LLaMA-2: Open Foundation and Fine-Tuned Chat Models. arXiv:2307.09288</a:t>
            </a:r>
            <a:endParaRPr sz="2900">
              <a:solidFill>
                <a:schemeClr val="dk1"/>
              </a:solidFill>
              <a:latin typeface="Times New Roman"/>
              <a:ea typeface="Times New Roman"/>
              <a:cs typeface="Times New Roman"/>
              <a:sym typeface="Times New Roman"/>
            </a:endParaRPr>
          </a:p>
          <a:p>
            <a:pPr indent="-298450" lvl="0" marL="342900" marR="0" rtl="0" algn="just">
              <a:spcBef>
                <a:spcPts val="0"/>
              </a:spcBef>
              <a:spcAft>
                <a:spcPts val="0"/>
              </a:spcAft>
              <a:buClr>
                <a:schemeClr val="dk1"/>
              </a:buClr>
              <a:buSzPts val="2900"/>
              <a:buFont typeface="Arial"/>
              <a:buChar char="•"/>
            </a:pPr>
            <a:r>
              <a:rPr lang="en-US" sz="2900">
                <a:solidFill>
                  <a:schemeClr val="dk1"/>
                </a:solidFill>
                <a:latin typeface="Times New Roman"/>
                <a:ea typeface="Times New Roman"/>
                <a:cs typeface="Times New Roman"/>
                <a:sym typeface="Times New Roman"/>
              </a:rPr>
              <a:t>Frantar et al. (2022). GPTQ: Accurate Post-Training Quantization for Generative Pre-trained Transformers. arXiv:2210.17323</a:t>
            </a:r>
            <a:endParaRPr sz="2900">
              <a:solidFill>
                <a:schemeClr val="dk1"/>
              </a:solidFill>
              <a:latin typeface="Times New Roman"/>
              <a:ea typeface="Times New Roman"/>
              <a:cs typeface="Times New Roman"/>
              <a:sym typeface="Times New Roman"/>
            </a:endParaRPr>
          </a:p>
          <a:p>
            <a:pPr indent="-298450" lvl="0" marL="342900" marR="0" rtl="0" algn="just">
              <a:spcBef>
                <a:spcPts val="0"/>
              </a:spcBef>
              <a:spcAft>
                <a:spcPts val="0"/>
              </a:spcAft>
              <a:buClr>
                <a:schemeClr val="dk1"/>
              </a:buClr>
              <a:buSzPts val="2900"/>
              <a:buFont typeface="Arial"/>
              <a:buChar char="•"/>
            </a:pPr>
            <a:r>
              <a:rPr lang="en-US" sz="2900">
                <a:solidFill>
                  <a:schemeClr val="dk1"/>
                </a:solidFill>
                <a:latin typeface="Times New Roman"/>
                <a:ea typeface="Times New Roman"/>
                <a:cs typeface="Times New Roman"/>
                <a:sym typeface="Times New Roman"/>
              </a:rPr>
              <a:t>Lin et al. (2023). AWQ: Activation-Aware Weight Quantization for LLMs. arXiv:2306.00978</a:t>
            </a:r>
            <a:endParaRPr sz="2900">
              <a:solidFill>
                <a:schemeClr val="dk1"/>
              </a:solidFill>
              <a:latin typeface="Times New Roman"/>
              <a:ea typeface="Times New Roman"/>
              <a:cs typeface="Times New Roman"/>
              <a:sym typeface="Times New Roman"/>
            </a:endParaRPr>
          </a:p>
          <a:p>
            <a:pPr indent="-298450" lvl="0" marL="342900" marR="0" rtl="0" algn="just">
              <a:spcBef>
                <a:spcPts val="0"/>
              </a:spcBef>
              <a:spcAft>
                <a:spcPts val="0"/>
              </a:spcAft>
              <a:buClr>
                <a:schemeClr val="dk1"/>
              </a:buClr>
              <a:buSzPts val="2900"/>
              <a:buFont typeface="Arial"/>
              <a:buChar char="•"/>
            </a:pPr>
            <a:r>
              <a:rPr lang="en-US" sz="2900">
                <a:solidFill>
                  <a:schemeClr val="dk1"/>
                </a:solidFill>
                <a:latin typeface="Times New Roman"/>
                <a:ea typeface="Times New Roman"/>
                <a:cs typeface="Times New Roman"/>
                <a:sym typeface="Times New Roman"/>
              </a:rPr>
              <a:t>Merity et al. (2016). WikiText Language Modeling Dataset. Salesforce Research. </a:t>
            </a:r>
            <a:endParaRPr sz="2900">
              <a:solidFill>
                <a:schemeClr val="dk1"/>
              </a:solidFill>
              <a:latin typeface="Times New Roman"/>
              <a:ea typeface="Times New Roman"/>
              <a:cs typeface="Times New Roman"/>
              <a:sym typeface="Times New Roman"/>
            </a:endParaRPr>
          </a:p>
          <a:p>
            <a:pPr indent="-412750" lvl="1" marL="914400" marR="0" rtl="0" algn="just">
              <a:spcBef>
                <a:spcPts val="0"/>
              </a:spcBef>
              <a:spcAft>
                <a:spcPts val="0"/>
              </a:spcAft>
              <a:buClr>
                <a:schemeClr val="dk1"/>
              </a:buClr>
              <a:buSzPts val="2900"/>
              <a:buFont typeface="Arial"/>
              <a:buChar char="○"/>
            </a:pPr>
            <a:r>
              <a:rPr lang="en-US" sz="2900">
                <a:solidFill>
                  <a:schemeClr val="dk1"/>
                </a:solidFill>
                <a:latin typeface="Times New Roman"/>
                <a:ea typeface="Times New Roman"/>
                <a:cs typeface="Times New Roman"/>
                <a:sym typeface="Times New Roman"/>
              </a:rPr>
              <a:t>Available at:</a:t>
            </a:r>
            <a:endParaRPr sz="2900">
              <a:solidFill>
                <a:schemeClr val="dk1"/>
              </a:solidFill>
              <a:latin typeface="Times New Roman"/>
              <a:ea typeface="Times New Roman"/>
              <a:cs typeface="Times New Roman"/>
              <a:sym typeface="Times New Roman"/>
            </a:endParaRPr>
          </a:p>
          <a:p>
            <a:pPr indent="0" lvl="0" marL="914400" marR="0" rtl="0" algn="just">
              <a:spcBef>
                <a:spcPts val="0"/>
              </a:spcBef>
              <a:spcAft>
                <a:spcPts val="0"/>
              </a:spcAft>
              <a:buNone/>
            </a:pPr>
            <a:r>
              <a:rPr lang="en-US" sz="2900">
                <a:solidFill>
                  <a:schemeClr val="dk1"/>
                </a:solidFill>
                <a:latin typeface="Times New Roman"/>
                <a:ea typeface="Times New Roman"/>
                <a:cs typeface="Times New Roman"/>
                <a:sym typeface="Times New Roman"/>
              </a:rPr>
              <a:t>https://www.salesforce.com/blog/the-wikitext-long-term-dependency-language-modeling-dataset/</a:t>
            </a:r>
            <a:endParaRPr sz="2900">
              <a:solidFill>
                <a:schemeClr val="dk1"/>
              </a:solidFill>
              <a:latin typeface="Times New Roman"/>
              <a:ea typeface="Times New Roman"/>
              <a:cs typeface="Times New Roman"/>
              <a:sym typeface="Times New Roman"/>
            </a:endParaRPr>
          </a:p>
        </p:txBody>
      </p:sp>
      <p:pic>
        <p:nvPicPr>
          <p:cNvPr descr="odu-sig-noidea-fullcolor" id="229" name="Google Shape;229;p1"/>
          <p:cNvPicPr preferRelativeResize="0"/>
          <p:nvPr/>
        </p:nvPicPr>
        <p:blipFill rotWithShape="1">
          <a:blip r:embed="rId3">
            <a:alphaModFix/>
          </a:blip>
          <a:srcRect b="0" l="0" r="0" t="0"/>
          <a:stretch/>
        </p:blipFill>
        <p:spPr>
          <a:xfrm>
            <a:off x="957619" y="1615082"/>
            <a:ext cx="5709913" cy="2387782"/>
          </a:xfrm>
          <a:prstGeom prst="rect">
            <a:avLst/>
          </a:prstGeom>
          <a:noFill/>
          <a:ln>
            <a:noFill/>
          </a:ln>
        </p:spPr>
      </p:pic>
      <p:sp>
        <p:nvSpPr>
          <p:cNvPr id="230" name="Google Shape;230;p1"/>
          <p:cNvSpPr txBox="1"/>
          <p:nvPr/>
        </p:nvSpPr>
        <p:spPr>
          <a:xfrm>
            <a:off x="849138" y="17295842"/>
            <a:ext cx="12415200" cy="8619600"/>
          </a:xfrm>
          <a:prstGeom prst="rect">
            <a:avLst/>
          </a:prstGeom>
          <a:noFill/>
          <a:ln>
            <a:noFill/>
          </a:ln>
        </p:spPr>
        <p:txBody>
          <a:bodyPr anchorCtr="0" anchor="t" bIns="228575" lIns="228575" spcFirstLastPara="1" rIns="228575" wrap="square" tIns="228575">
            <a:spAutoFit/>
          </a:bodyPr>
          <a:lstStyle/>
          <a:p>
            <a:pPr indent="-495300" lvl="0" marL="457200" rtl="0" algn="l">
              <a:lnSpc>
                <a:spcPct val="115000"/>
              </a:lnSpc>
              <a:spcBef>
                <a:spcPts val="1200"/>
              </a:spcBef>
              <a:spcAft>
                <a:spcPts val="0"/>
              </a:spcAft>
              <a:buClr>
                <a:schemeClr val="dk1"/>
              </a:buClr>
              <a:buSzPts val="4200"/>
              <a:buFont typeface="Times New Roman"/>
              <a:buChar char="•"/>
            </a:pPr>
            <a:r>
              <a:rPr lang="en-US" sz="4200">
                <a:solidFill>
                  <a:schemeClr val="dk1"/>
                </a:solidFill>
                <a:latin typeface="Times New Roman"/>
                <a:ea typeface="Times New Roman"/>
                <a:cs typeface="Times New Roman"/>
                <a:sym typeface="Times New Roman"/>
              </a:rPr>
              <a:t>LLMs are computationally intensive and often unsuitable for local deployment.</a:t>
            </a:r>
            <a:endParaRPr sz="4200">
              <a:solidFill>
                <a:schemeClr val="dk1"/>
              </a:solidFill>
              <a:latin typeface="Times New Roman"/>
              <a:ea typeface="Times New Roman"/>
              <a:cs typeface="Times New Roman"/>
              <a:sym typeface="Times New Roman"/>
            </a:endParaRPr>
          </a:p>
          <a:p>
            <a:pPr indent="-495300" lvl="0" marL="457200" rtl="0" algn="l">
              <a:lnSpc>
                <a:spcPct val="115000"/>
              </a:lnSpc>
              <a:spcBef>
                <a:spcPts val="0"/>
              </a:spcBef>
              <a:spcAft>
                <a:spcPts val="0"/>
              </a:spcAft>
              <a:buClr>
                <a:schemeClr val="dk1"/>
              </a:buClr>
              <a:buSzPts val="4200"/>
              <a:buFont typeface="Times New Roman"/>
              <a:buChar char="•"/>
            </a:pPr>
            <a:r>
              <a:rPr lang="en-US" sz="4200">
                <a:solidFill>
                  <a:schemeClr val="dk1"/>
                </a:solidFill>
                <a:latin typeface="Times New Roman"/>
                <a:ea typeface="Times New Roman"/>
                <a:cs typeface="Times New Roman"/>
                <a:sym typeface="Times New Roman"/>
              </a:rPr>
              <a:t>Sensitive healthcare data must remain private, limiting reliance on cloud-based inference.</a:t>
            </a:r>
            <a:endParaRPr sz="4200">
              <a:solidFill>
                <a:schemeClr val="dk1"/>
              </a:solidFill>
              <a:latin typeface="Times New Roman"/>
              <a:ea typeface="Times New Roman"/>
              <a:cs typeface="Times New Roman"/>
              <a:sym typeface="Times New Roman"/>
            </a:endParaRPr>
          </a:p>
          <a:p>
            <a:pPr indent="-495300" lvl="0" marL="457200" rtl="0" algn="l">
              <a:lnSpc>
                <a:spcPct val="115000"/>
              </a:lnSpc>
              <a:spcBef>
                <a:spcPts val="0"/>
              </a:spcBef>
              <a:spcAft>
                <a:spcPts val="0"/>
              </a:spcAft>
              <a:buClr>
                <a:schemeClr val="dk1"/>
              </a:buClr>
              <a:buSzPts val="4200"/>
              <a:buFont typeface="Times New Roman"/>
              <a:buChar char="•"/>
            </a:pPr>
            <a:r>
              <a:rPr lang="en-US" sz="4200">
                <a:solidFill>
                  <a:schemeClr val="dk1"/>
                </a:solidFill>
                <a:latin typeface="Times New Roman"/>
                <a:ea typeface="Times New Roman"/>
                <a:cs typeface="Times New Roman"/>
                <a:sym typeface="Times New Roman"/>
              </a:rPr>
              <a:t>There is a need for efficient, edge-compatible AI that can process personal data securely and in real time.</a:t>
            </a:r>
            <a:endParaRPr sz="4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sz="4200">
                <a:solidFill>
                  <a:schemeClr val="dk1"/>
                </a:solidFill>
                <a:latin typeface="Times New Roman"/>
                <a:ea typeface="Times New Roman"/>
                <a:cs typeface="Times New Roman"/>
                <a:sym typeface="Times New Roman"/>
              </a:rPr>
              <a:t>Goal:</a:t>
            </a:r>
            <a:r>
              <a:rPr lang="en-US" sz="4200">
                <a:solidFill>
                  <a:schemeClr val="dk1"/>
                </a:solidFill>
                <a:latin typeface="Times New Roman"/>
                <a:ea typeface="Times New Roman"/>
                <a:cs typeface="Times New Roman"/>
                <a:sym typeface="Times New Roman"/>
              </a:rPr>
              <a:t> Develop and evaluate compressed, quantized TinyLLMs capable of operating collaboratively across embedded devices as a blueprint for decentralized health intelligence.</a:t>
            </a:r>
            <a:endParaRPr sz="4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sz="2700">
              <a:solidFill>
                <a:schemeClr val="dk1"/>
              </a:solidFill>
            </a:endParaRPr>
          </a:p>
        </p:txBody>
      </p:sp>
      <p:sp>
        <p:nvSpPr>
          <p:cNvPr id="231" name="Google Shape;231;p1"/>
          <p:cNvSpPr txBox="1"/>
          <p:nvPr>
            <p:ph idx="20" type="body"/>
          </p:nvPr>
        </p:nvSpPr>
        <p:spPr>
          <a:xfrm>
            <a:off x="5889825" y="1942590"/>
            <a:ext cx="31998900" cy="1015800"/>
          </a:xfrm>
          <a:prstGeom prst="rect">
            <a:avLst/>
          </a:prstGeom>
          <a:noFill/>
          <a:ln>
            <a:noFill/>
          </a:ln>
        </p:spPr>
        <p:txBody>
          <a:bodyPr anchorCtr="1" anchor="ctr" bIns="45700" lIns="91425" spcFirstLastPara="1" rIns="91425" wrap="square" tIns="45700">
            <a:normAutofit fontScale="47500" lnSpcReduction="20000"/>
          </a:bodyPr>
          <a:lstStyle/>
          <a:p>
            <a:pPr indent="0" lvl="0" marL="0" rtl="0" algn="ctr">
              <a:spcBef>
                <a:spcPts val="0"/>
              </a:spcBef>
              <a:spcAft>
                <a:spcPts val="0"/>
              </a:spcAft>
              <a:buClr>
                <a:srgbClr val="002060"/>
              </a:buClr>
              <a:buSzPct val="92447"/>
              <a:buFont typeface="Calibri"/>
              <a:buNone/>
            </a:pPr>
            <a:r>
              <a:rPr lang="en-US" sz="7788">
                <a:solidFill>
                  <a:srgbClr val="002060"/>
                </a:solidFill>
              </a:rPr>
              <a:t>Anton Rasmussen – CS795/895 Generative AI – Instructor: Dr. Hong Qin – Fall 2025</a:t>
            </a:r>
            <a:endParaRPr sz="7788">
              <a:solidFill>
                <a:srgbClr val="002060"/>
              </a:solidFill>
            </a:endParaRPr>
          </a:p>
          <a:p>
            <a:pPr indent="0" lvl="0" marL="0" rtl="0" algn="ctr">
              <a:spcBef>
                <a:spcPts val="0"/>
              </a:spcBef>
              <a:spcAft>
                <a:spcPts val="0"/>
              </a:spcAft>
              <a:buClr>
                <a:srgbClr val="002060"/>
              </a:buClr>
              <a:buSzPct val="100000"/>
              <a:buFont typeface="Calibri"/>
              <a:buNone/>
            </a:pPr>
            <a:r>
              <a:t/>
            </a:r>
            <a:endParaRPr sz="7200">
              <a:solidFill>
                <a:srgbClr val="002060"/>
              </a:solidFill>
            </a:endParaRPr>
          </a:p>
        </p:txBody>
      </p:sp>
      <p:pic>
        <p:nvPicPr>
          <p:cNvPr id="232" name="Google Shape;232;p1" title="VertexAI-512-color.png"/>
          <p:cNvPicPr preferRelativeResize="0"/>
          <p:nvPr/>
        </p:nvPicPr>
        <p:blipFill>
          <a:blip r:embed="rId4">
            <a:alphaModFix/>
          </a:blip>
          <a:stretch>
            <a:fillRect/>
          </a:stretch>
        </p:blipFill>
        <p:spPr>
          <a:xfrm>
            <a:off x="40025750" y="1427300"/>
            <a:ext cx="3098725" cy="3098725"/>
          </a:xfrm>
          <a:prstGeom prst="rect">
            <a:avLst/>
          </a:prstGeom>
          <a:noFill/>
          <a:ln>
            <a:noFill/>
          </a:ln>
        </p:spPr>
      </p:pic>
      <p:pic>
        <p:nvPicPr>
          <p:cNvPr id="233" name="Google Shape;233;p1" title="Google_Cloud_logo.png"/>
          <p:cNvPicPr preferRelativeResize="0"/>
          <p:nvPr/>
        </p:nvPicPr>
        <p:blipFill>
          <a:blip r:embed="rId5">
            <a:alphaModFix/>
          </a:blip>
          <a:stretch>
            <a:fillRect/>
          </a:stretch>
        </p:blipFill>
        <p:spPr>
          <a:xfrm>
            <a:off x="31791647" y="3142099"/>
            <a:ext cx="8234102" cy="1280150"/>
          </a:xfrm>
          <a:prstGeom prst="rect">
            <a:avLst/>
          </a:prstGeom>
          <a:noFill/>
          <a:ln cap="flat" cmpd="sng" w="25400">
            <a:solidFill>
              <a:schemeClr val="lt1"/>
            </a:solidFill>
            <a:prstDash val="solid"/>
            <a:round/>
            <a:headEnd len="sm" w="sm" type="none"/>
            <a:tailEnd len="sm" w="sm" type="none"/>
          </a:ln>
        </p:spPr>
      </p:pic>
      <p:pic>
        <p:nvPicPr>
          <p:cNvPr id="234" name="Google Shape;234;p1"/>
          <p:cNvPicPr preferRelativeResize="0"/>
          <p:nvPr/>
        </p:nvPicPr>
        <p:blipFill rotWithShape="1">
          <a:blip r:embed="rId6">
            <a:alphaModFix/>
          </a:blip>
          <a:srcRect b="49768" l="0" r="0" t="6149"/>
          <a:stretch/>
        </p:blipFill>
        <p:spPr>
          <a:xfrm>
            <a:off x="14624550" y="12788900"/>
            <a:ext cx="14794750" cy="6769000"/>
          </a:xfrm>
          <a:prstGeom prst="rect">
            <a:avLst/>
          </a:prstGeom>
          <a:noFill/>
          <a:ln>
            <a:noFill/>
          </a:ln>
        </p:spPr>
      </p:pic>
      <p:pic>
        <p:nvPicPr>
          <p:cNvPr id="235" name="Google Shape;235;p1"/>
          <p:cNvPicPr preferRelativeResize="0"/>
          <p:nvPr/>
        </p:nvPicPr>
        <p:blipFill rotWithShape="1">
          <a:blip r:embed="rId7">
            <a:alphaModFix/>
          </a:blip>
          <a:srcRect b="0" l="0" r="0" t="17512"/>
          <a:stretch/>
        </p:blipFill>
        <p:spPr>
          <a:xfrm>
            <a:off x="3451950" y="25400000"/>
            <a:ext cx="7209600" cy="59469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1_Classic 3 Columns">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lassic - Wide Center">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36x48-Template-V2b">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2012-02-03T19:11:35Z</dcterms:created>
  <dc:creator>CanterburyMedia</dc:creator>
</cp:coreProperties>
</file>